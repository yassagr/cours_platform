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0" r:id="rId5"/>
    <p:sldId id="261" r:id="rId6"/>
    <p:sldId id="262" r:id="rId7"/>
    <p:sldId id="263" r:id="rId8"/>
    <p:sldId id="264" r:id="rId9"/>
    <p:sldId id="266" r:id="rId10"/>
    <p:sldId id="267" r:id="rId11"/>
    <p:sldId id="268" r:id="rId12"/>
    <p:sldId id="269" r:id="rId13"/>
    <p:sldId id="270" r:id="rId14"/>
    <p:sldId id="271" r:id="rId15"/>
    <p:sldId id="265" r:id="rId16"/>
    <p:sldId id="272"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D4D3"/>
    <a:srgbClr val="8064A2"/>
    <a:srgbClr val="C0504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80" d="100"/>
          <a:sy n="80" d="100"/>
        </p:scale>
        <p:origin x="1522" y="-2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4A5235-F781-43C0-895E-72CD5DE3ACE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A1B4AA8-D19F-4214-8853-BF9D32A968F2}">
      <dgm:prSet custT="1"/>
      <dgm:spPr/>
      <dgm:t>
        <a:bodyPr/>
        <a:lstStyle/>
        <a:p>
          <a:pPr algn="ctr"/>
          <a:r>
            <a:rPr lang="ar-MA" sz="1700" b="1"/>
            <a:t>مشاورة الصحابة:</a:t>
          </a:r>
          <a:endParaRPr lang="en-US" sz="1700" b="1"/>
        </a:p>
      </dgm:t>
    </dgm:pt>
    <dgm:pt modelId="{0713A7AD-7B9C-4233-BE7D-C615BF034AE6}" type="parTrans" cxnId="{B0D4B3BB-6BEF-46CF-80A9-708F34E49C1B}">
      <dgm:prSet/>
      <dgm:spPr/>
      <dgm:t>
        <a:bodyPr/>
        <a:lstStyle/>
        <a:p>
          <a:endParaRPr lang="en-US"/>
        </a:p>
      </dgm:t>
    </dgm:pt>
    <dgm:pt modelId="{E2C0ADB6-22FA-4D3C-96C4-073AE06351F2}" type="sibTrans" cxnId="{B0D4B3BB-6BEF-46CF-80A9-708F34E49C1B}">
      <dgm:prSet/>
      <dgm:spPr/>
      <dgm:t>
        <a:bodyPr/>
        <a:lstStyle/>
        <a:p>
          <a:endParaRPr lang="en-US"/>
        </a:p>
      </dgm:t>
    </dgm:pt>
    <dgm:pt modelId="{6A64A421-189D-4450-BA22-138C555D08D2}">
      <dgm:prSet custT="1"/>
      <dgm:spPr/>
      <dgm:t>
        <a:bodyPr/>
        <a:lstStyle/>
        <a:p>
          <a:pPr algn="ctr"/>
          <a:r>
            <a:rPr lang="ar-MA" sz="1700" b="1"/>
            <a:t>استشارة النبي ﷺ للمهاجرين والأنصار قبل اتخاذ قرار المواجهة</a:t>
          </a:r>
          <a:endParaRPr lang="en-US" sz="1700" b="1"/>
        </a:p>
      </dgm:t>
    </dgm:pt>
    <dgm:pt modelId="{F2701277-7591-4FAD-BDFD-F12ABB7B5F05}" type="parTrans" cxnId="{F1EBE68D-E827-49EF-81B3-0A6686895B77}">
      <dgm:prSet/>
      <dgm:spPr/>
      <dgm:t>
        <a:bodyPr/>
        <a:lstStyle/>
        <a:p>
          <a:endParaRPr lang="en-US"/>
        </a:p>
      </dgm:t>
    </dgm:pt>
    <dgm:pt modelId="{77277151-39AB-4BF3-A5D4-9107000F5A71}" type="sibTrans" cxnId="{F1EBE68D-E827-49EF-81B3-0A6686895B77}">
      <dgm:prSet/>
      <dgm:spPr/>
      <dgm:t>
        <a:bodyPr/>
        <a:lstStyle/>
        <a:p>
          <a:endParaRPr lang="en-US"/>
        </a:p>
      </dgm:t>
    </dgm:pt>
    <dgm:pt modelId="{52853761-85D4-4185-8EAF-D810C55A63D0}">
      <dgm:prSet custT="1"/>
      <dgm:spPr/>
      <dgm:t>
        <a:bodyPr/>
        <a:lstStyle/>
        <a:p>
          <a:pPr algn="ctr"/>
          <a:r>
            <a:rPr lang="ar-MA" sz="1700" b="1"/>
            <a:t>موقف سعد بن معاذ رضي الله عنه: "فوالذي بعثك بالحق، لو استعرضت بنا هذا البحر فخضته لخضناه معك، ما تخلف منا رجل واحد"</a:t>
          </a:r>
          <a:endParaRPr lang="en-US" sz="1700" b="1"/>
        </a:p>
      </dgm:t>
    </dgm:pt>
    <dgm:pt modelId="{094222BD-6BAE-4E4C-BC54-7B57D94489E9}" type="parTrans" cxnId="{7715FB7A-1DEE-474B-8482-B79F18C195E5}">
      <dgm:prSet/>
      <dgm:spPr/>
      <dgm:t>
        <a:bodyPr/>
        <a:lstStyle/>
        <a:p>
          <a:endParaRPr lang="en-US"/>
        </a:p>
      </dgm:t>
    </dgm:pt>
    <dgm:pt modelId="{50952C3E-4F05-4EAD-9E36-A657E9E70D95}" type="sibTrans" cxnId="{7715FB7A-1DEE-474B-8482-B79F18C195E5}">
      <dgm:prSet/>
      <dgm:spPr/>
      <dgm:t>
        <a:bodyPr/>
        <a:lstStyle/>
        <a:p>
          <a:endParaRPr lang="en-US"/>
        </a:p>
      </dgm:t>
    </dgm:pt>
    <dgm:pt modelId="{82B1FCC6-3DB6-46EF-832A-DFA03E03CA7F}">
      <dgm:prSet custT="1"/>
      <dgm:spPr/>
      <dgm:t>
        <a:bodyPr/>
        <a:lstStyle/>
        <a:p>
          <a:pPr algn="ctr"/>
          <a:r>
            <a:rPr lang="ar-MA" sz="1700" b="1" dirty="0"/>
            <a:t>لم تكن الشورى شكلية بل كانت جوهرية، مما عزز وحدة الصف الإسلامي</a:t>
          </a:r>
          <a:endParaRPr lang="en-US" sz="1700" b="1" dirty="0"/>
        </a:p>
      </dgm:t>
    </dgm:pt>
    <dgm:pt modelId="{6B8FA674-E362-42D6-9D9A-2B0BAAFB60D5}" type="parTrans" cxnId="{C674D03C-B01B-427F-87C2-2D07EC5C9F6E}">
      <dgm:prSet/>
      <dgm:spPr/>
      <dgm:t>
        <a:bodyPr/>
        <a:lstStyle/>
        <a:p>
          <a:endParaRPr lang="en-US"/>
        </a:p>
      </dgm:t>
    </dgm:pt>
    <dgm:pt modelId="{AFF7E7A5-7190-426C-9C84-600CD6A46868}" type="sibTrans" cxnId="{C674D03C-B01B-427F-87C2-2D07EC5C9F6E}">
      <dgm:prSet/>
      <dgm:spPr/>
      <dgm:t>
        <a:bodyPr/>
        <a:lstStyle/>
        <a:p>
          <a:endParaRPr lang="en-US"/>
        </a:p>
      </dgm:t>
    </dgm:pt>
    <dgm:pt modelId="{453866EF-5F30-4D36-BD2E-F1F125C0060B}">
      <dgm:prSet custT="1"/>
      <dgm:spPr/>
      <dgm:t>
        <a:bodyPr/>
        <a:lstStyle/>
        <a:p>
          <a:pPr algn="ctr"/>
          <a:r>
            <a:rPr lang="ar-MA" sz="1700" b="1" dirty="0"/>
            <a:t>القرارات الاستراتيجية:</a:t>
          </a:r>
          <a:endParaRPr lang="en-US" sz="1700" b="1" dirty="0"/>
        </a:p>
      </dgm:t>
    </dgm:pt>
    <dgm:pt modelId="{4E27FBE4-BE4F-49D1-880B-FB65596394C0}" type="parTrans" cxnId="{CCA5162F-FB01-46BA-B677-324640A8AD80}">
      <dgm:prSet/>
      <dgm:spPr/>
      <dgm:t>
        <a:bodyPr/>
        <a:lstStyle/>
        <a:p>
          <a:endParaRPr lang="en-US"/>
        </a:p>
      </dgm:t>
    </dgm:pt>
    <dgm:pt modelId="{8CFE67FC-F0E4-4D8C-8A76-5E3C6D1C04B6}" type="sibTrans" cxnId="{CCA5162F-FB01-46BA-B677-324640A8AD80}">
      <dgm:prSet/>
      <dgm:spPr/>
      <dgm:t>
        <a:bodyPr/>
        <a:lstStyle/>
        <a:p>
          <a:endParaRPr lang="en-US"/>
        </a:p>
      </dgm:t>
    </dgm:pt>
    <dgm:pt modelId="{A5D5C055-9F35-4E9F-8282-375162ED9804}">
      <dgm:prSet custT="1"/>
      <dgm:spPr/>
      <dgm:t>
        <a:bodyPr/>
        <a:lstStyle/>
        <a:p>
          <a:pPr algn="ctr"/>
          <a:r>
            <a:rPr lang="ar-MA" sz="1700" b="1"/>
            <a:t>اختيار موقع المعركة بناءً على مشورة الحباب بن المنذر رضي الله عنه</a:t>
          </a:r>
          <a:endParaRPr lang="en-US" sz="1700" b="1"/>
        </a:p>
      </dgm:t>
    </dgm:pt>
    <dgm:pt modelId="{095F6732-AF60-47CF-85D2-B4BBF8F7420D}" type="parTrans" cxnId="{7D318E7A-5F27-40A3-B274-8493914FF22E}">
      <dgm:prSet/>
      <dgm:spPr/>
      <dgm:t>
        <a:bodyPr/>
        <a:lstStyle/>
        <a:p>
          <a:endParaRPr lang="en-US"/>
        </a:p>
      </dgm:t>
    </dgm:pt>
    <dgm:pt modelId="{2A7A0A94-7CC9-461B-B073-E8B6BC1F3D81}" type="sibTrans" cxnId="{7D318E7A-5F27-40A3-B274-8493914FF22E}">
      <dgm:prSet/>
      <dgm:spPr/>
      <dgm:t>
        <a:bodyPr/>
        <a:lstStyle/>
        <a:p>
          <a:endParaRPr lang="en-US"/>
        </a:p>
      </dgm:t>
    </dgm:pt>
    <dgm:pt modelId="{0ED72D75-6D2F-45CF-8AF9-BECE9179E89F}">
      <dgm:prSet custT="1"/>
      <dgm:spPr/>
      <dgm:t>
        <a:bodyPr/>
        <a:lstStyle/>
        <a:p>
          <a:pPr algn="ctr"/>
          <a:r>
            <a:rPr lang="ar-MA" sz="1700" b="1"/>
            <a:t>السيطرة الاستراتيجية على موارد المياه وحرمان العدو منها</a:t>
          </a:r>
          <a:endParaRPr lang="en-US" sz="1700" b="1"/>
        </a:p>
      </dgm:t>
    </dgm:pt>
    <dgm:pt modelId="{02BF07C3-F10B-425B-9071-7F98C10AAC4F}" type="parTrans" cxnId="{1A828FCD-B103-4E40-BBDD-5DB88E786D2B}">
      <dgm:prSet/>
      <dgm:spPr/>
      <dgm:t>
        <a:bodyPr/>
        <a:lstStyle/>
        <a:p>
          <a:endParaRPr lang="en-US"/>
        </a:p>
      </dgm:t>
    </dgm:pt>
    <dgm:pt modelId="{4CA74A09-7341-4E73-A602-E8BE59F873C6}" type="sibTrans" cxnId="{1A828FCD-B103-4E40-BBDD-5DB88E786D2B}">
      <dgm:prSet/>
      <dgm:spPr/>
      <dgm:t>
        <a:bodyPr/>
        <a:lstStyle/>
        <a:p>
          <a:endParaRPr lang="en-US"/>
        </a:p>
      </dgm:t>
    </dgm:pt>
    <dgm:pt modelId="{46A69997-C8D0-4821-988B-E86B6852DC2D}">
      <dgm:prSet custT="1"/>
      <dgm:spPr/>
      <dgm:t>
        <a:bodyPr/>
        <a:lstStyle/>
        <a:p>
          <a:pPr algn="ctr"/>
          <a:r>
            <a:rPr lang="ar-MA" sz="1700" b="1"/>
            <a:t>بناء عريش (مقر قيادة) للنبي ﷺ في مكان مرتفع لمراقبة المعركة</a:t>
          </a:r>
          <a:endParaRPr lang="en-US" sz="1700" b="1"/>
        </a:p>
      </dgm:t>
    </dgm:pt>
    <dgm:pt modelId="{A10C76C1-5E37-410E-A1A5-FA7614503A70}" type="parTrans" cxnId="{2899EAEA-0CEA-41FC-86AC-5BA208B986FF}">
      <dgm:prSet/>
      <dgm:spPr/>
      <dgm:t>
        <a:bodyPr/>
        <a:lstStyle/>
        <a:p>
          <a:endParaRPr lang="en-US"/>
        </a:p>
      </dgm:t>
    </dgm:pt>
    <dgm:pt modelId="{CAD192B1-BF01-48B2-9435-22966AA3BC9E}" type="sibTrans" cxnId="{2899EAEA-0CEA-41FC-86AC-5BA208B986FF}">
      <dgm:prSet/>
      <dgm:spPr/>
      <dgm:t>
        <a:bodyPr/>
        <a:lstStyle/>
        <a:p>
          <a:endParaRPr lang="en-US"/>
        </a:p>
      </dgm:t>
    </dgm:pt>
    <dgm:pt modelId="{CC6A1DD7-FBDE-4A65-875E-6AA361A1A61B}">
      <dgm:prSet custT="1"/>
      <dgm:spPr/>
      <dgm:t>
        <a:bodyPr/>
        <a:lstStyle/>
        <a:p>
          <a:pPr algn="ctr"/>
          <a:r>
            <a:rPr lang="ar-MA" sz="1700" b="1" dirty="0"/>
            <a:t>تنظيم الصفوف وتوزيع المهام القتالية على الصحابة حسب مهاراتهم</a:t>
          </a:r>
          <a:endParaRPr lang="en-US" sz="1700" b="1" dirty="0"/>
        </a:p>
      </dgm:t>
    </dgm:pt>
    <dgm:pt modelId="{A3C8B69B-94A1-425C-91E3-803D5B856A57}" type="parTrans" cxnId="{B8EE7C9D-FBE0-46F6-A1CB-EB6F47343A67}">
      <dgm:prSet/>
      <dgm:spPr/>
      <dgm:t>
        <a:bodyPr/>
        <a:lstStyle/>
        <a:p>
          <a:endParaRPr lang="en-US"/>
        </a:p>
      </dgm:t>
    </dgm:pt>
    <dgm:pt modelId="{FFB9C779-2861-4533-9B3F-B61995E56B8C}" type="sibTrans" cxnId="{B8EE7C9D-FBE0-46F6-A1CB-EB6F47343A67}">
      <dgm:prSet/>
      <dgm:spPr/>
      <dgm:t>
        <a:bodyPr/>
        <a:lstStyle/>
        <a:p>
          <a:endParaRPr lang="en-US"/>
        </a:p>
      </dgm:t>
    </dgm:pt>
    <dgm:pt modelId="{74811F8B-27D1-4ED3-8147-1685F60E4877}" type="pres">
      <dgm:prSet presAssocID="{EE4A5235-F781-43C0-895E-72CD5DE3ACED}" presName="linear" presStyleCnt="0">
        <dgm:presLayoutVars>
          <dgm:animLvl val="lvl"/>
          <dgm:resizeHandles val="exact"/>
        </dgm:presLayoutVars>
      </dgm:prSet>
      <dgm:spPr/>
    </dgm:pt>
    <dgm:pt modelId="{339C0237-DC54-4540-89C7-534D03F6C503}" type="pres">
      <dgm:prSet presAssocID="{CA1B4AA8-D19F-4214-8853-BF9D32A968F2}" presName="parentText" presStyleLbl="node1" presStyleIdx="0" presStyleCnt="9">
        <dgm:presLayoutVars>
          <dgm:chMax val="0"/>
          <dgm:bulletEnabled val="1"/>
        </dgm:presLayoutVars>
      </dgm:prSet>
      <dgm:spPr/>
    </dgm:pt>
    <dgm:pt modelId="{45018F8C-CFCC-48FB-92D0-2F3E417AEAC2}" type="pres">
      <dgm:prSet presAssocID="{E2C0ADB6-22FA-4D3C-96C4-073AE06351F2}" presName="spacer" presStyleCnt="0"/>
      <dgm:spPr/>
    </dgm:pt>
    <dgm:pt modelId="{5134782B-73A7-4AA5-8561-3A4A187B8CA7}" type="pres">
      <dgm:prSet presAssocID="{6A64A421-189D-4450-BA22-138C555D08D2}" presName="parentText" presStyleLbl="node1" presStyleIdx="1" presStyleCnt="9">
        <dgm:presLayoutVars>
          <dgm:chMax val="0"/>
          <dgm:bulletEnabled val="1"/>
        </dgm:presLayoutVars>
      </dgm:prSet>
      <dgm:spPr/>
    </dgm:pt>
    <dgm:pt modelId="{A12518BC-D5F6-49B4-A57C-24704DD1C38C}" type="pres">
      <dgm:prSet presAssocID="{77277151-39AB-4BF3-A5D4-9107000F5A71}" presName="spacer" presStyleCnt="0"/>
      <dgm:spPr/>
    </dgm:pt>
    <dgm:pt modelId="{E679B921-C523-4516-95C6-EBA8F48BD9CC}" type="pres">
      <dgm:prSet presAssocID="{52853761-85D4-4185-8EAF-D810C55A63D0}" presName="parentText" presStyleLbl="node1" presStyleIdx="2" presStyleCnt="9">
        <dgm:presLayoutVars>
          <dgm:chMax val="0"/>
          <dgm:bulletEnabled val="1"/>
        </dgm:presLayoutVars>
      </dgm:prSet>
      <dgm:spPr/>
    </dgm:pt>
    <dgm:pt modelId="{855DD827-EE1B-4698-BE15-AE0BC75412EA}" type="pres">
      <dgm:prSet presAssocID="{50952C3E-4F05-4EAD-9E36-A657E9E70D95}" presName="spacer" presStyleCnt="0"/>
      <dgm:spPr/>
    </dgm:pt>
    <dgm:pt modelId="{C66FAF14-C19F-4750-9541-2E21FB80C2F7}" type="pres">
      <dgm:prSet presAssocID="{82B1FCC6-3DB6-46EF-832A-DFA03E03CA7F}" presName="parentText" presStyleLbl="node1" presStyleIdx="3" presStyleCnt="9">
        <dgm:presLayoutVars>
          <dgm:chMax val="0"/>
          <dgm:bulletEnabled val="1"/>
        </dgm:presLayoutVars>
      </dgm:prSet>
      <dgm:spPr/>
    </dgm:pt>
    <dgm:pt modelId="{5E75F7D6-DE02-4E3D-BC0C-D1B6899B094E}" type="pres">
      <dgm:prSet presAssocID="{AFF7E7A5-7190-426C-9C84-600CD6A46868}" presName="spacer" presStyleCnt="0"/>
      <dgm:spPr/>
    </dgm:pt>
    <dgm:pt modelId="{4662625F-BA38-48E6-8826-7D4B1E8C895D}" type="pres">
      <dgm:prSet presAssocID="{453866EF-5F30-4D36-BD2E-F1F125C0060B}" presName="parentText" presStyleLbl="node1" presStyleIdx="4" presStyleCnt="9">
        <dgm:presLayoutVars>
          <dgm:chMax val="0"/>
          <dgm:bulletEnabled val="1"/>
        </dgm:presLayoutVars>
      </dgm:prSet>
      <dgm:spPr/>
    </dgm:pt>
    <dgm:pt modelId="{04ED0DC5-D02F-415B-8092-F98BBD0346B1}" type="pres">
      <dgm:prSet presAssocID="{8CFE67FC-F0E4-4D8C-8A76-5E3C6D1C04B6}" presName="spacer" presStyleCnt="0"/>
      <dgm:spPr/>
    </dgm:pt>
    <dgm:pt modelId="{EBCA0599-F4B5-4744-B89A-ACF0BFBC10AF}" type="pres">
      <dgm:prSet presAssocID="{A5D5C055-9F35-4E9F-8282-375162ED9804}" presName="parentText" presStyleLbl="node1" presStyleIdx="5" presStyleCnt="9">
        <dgm:presLayoutVars>
          <dgm:chMax val="0"/>
          <dgm:bulletEnabled val="1"/>
        </dgm:presLayoutVars>
      </dgm:prSet>
      <dgm:spPr/>
    </dgm:pt>
    <dgm:pt modelId="{C089C389-A23A-497F-90AA-66DD6CDF2507}" type="pres">
      <dgm:prSet presAssocID="{2A7A0A94-7CC9-461B-B073-E8B6BC1F3D81}" presName="spacer" presStyleCnt="0"/>
      <dgm:spPr/>
    </dgm:pt>
    <dgm:pt modelId="{6B1381D7-97AC-4F54-A630-3958EB60AE18}" type="pres">
      <dgm:prSet presAssocID="{0ED72D75-6D2F-45CF-8AF9-BECE9179E89F}" presName="parentText" presStyleLbl="node1" presStyleIdx="6" presStyleCnt="9">
        <dgm:presLayoutVars>
          <dgm:chMax val="0"/>
          <dgm:bulletEnabled val="1"/>
        </dgm:presLayoutVars>
      </dgm:prSet>
      <dgm:spPr/>
    </dgm:pt>
    <dgm:pt modelId="{97F880A4-B20D-4916-B09C-542CD1DF1A5E}" type="pres">
      <dgm:prSet presAssocID="{4CA74A09-7341-4E73-A602-E8BE59F873C6}" presName="spacer" presStyleCnt="0"/>
      <dgm:spPr/>
    </dgm:pt>
    <dgm:pt modelId="{4B1EB6A2-C771-454A-8B34-F1AEFD96A5CF}" type="pres">
      <dgm:prSet presAssocID="{46A69997-C8D0-4821-988B-E86B6852DC2D}" presName="parentText" presStyleLbl="node1" presStyleIdx="7" presStyleCnt="9">
        <dgm:presLayoutVars>
          <dgm:chMax val="0"/>
          <dgm:bulletEnabled val="1"/>
        </dgm:presLayoutVars>
      </dgm:prSet>
      <dgm:spPr/>
    </dgm:pt>
    <dgm:pt modelId="{B6FB25A4-4B77-44A6-89A6-B1385373CE02}" type="pres">
      <dgm:prSet presAssocID="{CAD192B1-BF01-48B2-9435-22966AA3BC9E}" presName="spacer" presStyleCnt="0"/>
      <dgm:spPr/>
    </dgm:pt>
    <dgm:pt modelId="{0C43CBFA-BB31-4753-BF56-50930A94ED72}" type="pres">
      <dgm:prSet presAssocID="{CC6A1DD7-FBDE-4A65-875E-6AA361A1A61B}" presName="parentText" presStyleLbl="node1" presStyleIdx="8" presStyleCnt="9">
        <dgm:presLayoutVars>
          <dgm:chMax val="0"/>
          <dgm:bulletEnabled val="1"/>
        </dgm:presLayoutVars>
      </dgm:prSet>
      <dgm:spPr/>
    </dgm:pt>
  </dgm:ptLst>
  <dgm:cxnLst>
    <dgm:cxn modelId="{FC30D71D-B8AD-42EE-8F35-75477123A817}" type="presOf" srcId="{453866EF-5F30-4D36-BD2E-F1F125C0060B}" destId="{4662625F-BA38-48E6-8826-7D4B1E8C895D}" srcOrd="0" destOrd="0" presId="urn:microsoft.com/office/officeart/2005/8/layout/vList2"/>
    <dgm:cxn modelId="{CCA5162F-FB01-46BA-B677-324640A8AD80}" srcId="{EE4A5235-F781-43C0-895E-72CD5DE3ACED}" destId="{453866EF-5F30-4D36-BD2E-F1F125C0060B}" srcOrd="4" destOrd="0" parTransId="{4E27FBE4-BE4F-49D1-880B-FB65596394C0}" sibTransId="{8CFE67FC-F0E4-4D8C-8A76-5E3C6D1C04B6}"/>
    <dgm:cxn modelId="{119B1237-37BB-4FEE-A3C2-508061EBEDAC}" type="presOf" srcId="{46A69997-C8D0-4821-988B-E86B6852DC2D}" destId="{4B1EB6A2-C771-454A-8B34-F1AEFD96A5CF}" srcOrd="0" destOrd="0" presId="urn:microsoft.com/office/officeart/2005/8/layout/vList2"/>
    <dgm:cxn modelId="{C674D03C-B01B-427F-87C2-2D07EC5C9F6E}" srcId="{EE4A5235-F781-43C0-895E-72CD5DE3ACED}" destId="{82B1FCC6-3DB6-46EF-832A-DFA03E03CA7F}" srcOrd="3" destOrd="0" parTransId="{6B8FA674-E362-42D6-9D9A-2B0BAAFB60D5}" sibTransId="{AFF7E7A5-7190-426C-9C84-600CD6A46868}"/>
    <dgm:cxn modelId="{598B245D-428F-450E-AA69-3E369F1F1780}" type="presOf" srcId="{CA1B4AA8-D19F-4214-8853-BF9D32A968F2}" destId="{339C0237-DC54-4540-89C7-534D03F6C503}" srcOrd="0" destOrd="0" presId="urn:microsoft.com/office/officeart/2005/8/layout/vList2"/>
    <dgm:cxn modelId="{0FA99063-812D-4AB9-8A09-16D8A8F0E3EE}" type="presOf" srcId="{82B1FCC6-3DB6-46EF-832A-DFA03E03CA7F}" destId="{C66FAF14-C19F-4750-9541-2E21FB80C2F7}" srcOrd="0" destOrd="0" presId="urn:microsoft.com/office/officeart/2005/8/layout/vList2"/>
    <dgm:cxn modelId="{B756756A-2320-4F6D-B35A-BD2C18B17C63}" type="presOf" srcId="{CC6A1DD7-FBDE-4A65-875E-6AA361A1A61B}" destId="{0C43CBFA-BB31-4753-BF56-50930A94ED72}" srcOrd="0" destOrd="0" presId="urn:microsoft.com/office/officeart/2005/8/layout/vList2"/>
    <dgm:cxn modelId="{D49B8458-C6A8-4663-A5DF-FB8C5CEA6783}" type="presOf" srcId="{EE4A5235-F781-43C0-895E-72CD5DE3ACED}" destId="{74811F8B-27D1-4ED3-8147-1685F60E4877}" srcOrd="0" destOrd="0" presId="urn:microsoft.com/office/officeart/2005/8/layout/vList2"/>
    <dgm:cxn modelId="{7D318E7A-5F27-40A3-B274-8493914FF22E}" srcId="{EE4A5235-F781-43C0-895E-72CD5DE3ACED}" destId="{A5D5C055-9F35-4E9F-8282-375162ED9804}" srcOrd="5" destOrd="0" parTransId="{095F6732-AF60-47CF-85D2-B4BBF8F7420D}" sibTransId="{2A7A0A94-7CC9-461B-B073-E8B6BC1F3D81}"/>
    <dgm:cxn modelId="{7715FB7A-1DEE-474B-8482-B79F18C195E5}" srcId="{EE4A5235-F781-43C0-895E-72CD5DE3ACED}" destId="{52853761-85D4-4185-8EAF-D810C55A63D0}" srcOrd="2" destOrd="0" parTransId="{094222BD-6BAE-4E4C-BC54-7B57D94489E9}" sibTransId="{50952C3E-4F05-4EAD-9E36-A657E9E70D95}"/>
    <dgm:cxn modelId="{F1EBE68D-E827-49EF-81B3-0A6686895B77}" srcId="{EE4A5235-F781-43C0-895E-72CD5DE3ACED}" destId="{6A64A421-189D-4450-BA22-138C555D08D2}" srcOrd="1" destOrd="0" parTransId="{F2701277-7591-4FAD-BDFD-F12ABB7B5F05}" sibTransId="{77277151-39AB-4BF3-A5D4-9107000F5A71}"/>
    <dgm:cxn modelId="{B8EE7C9D-FBE0-46F6-A1CB-EB6F47343A67}" srcId="{EE4A5235-F781-43C0-895E-72CD5DE3ACED}" destId="{CC6A1DD7-FBDE-4A65-875E-6AA361A1A61B}" srcOrd="8" destOrd="0" parTransId="{A3C8B69B-94A1-425C-91E3-803D5B856A57}" sibTransId="{FFB9C779-2861-4533-9B3F-B61995E56B8C}"/>
    <dgm:cxn modelId="{B0D4B3BB-6BEF-46CF-80A9-708F34E49C1B}" srcId="{EE4A5235-F781-43C0-895E-72CD5DE3ACED}" destId="{CA1B4AA8-D19F-4214-8853-BF9D32A968F2}" srcOrd="0" destOrd="0" parTransId="{0713A7AD-7B9C-4233-BE7D-C615BF034AE6}" sibTransId="{E2C0ADB6-22FA-4D3C-96C4-073AE06351F2}"/>
    <dgm:cxn modelId="{30AC57CD-16F2-446B-BC0D-73C5E2209FEF}" type="presOf" srcId="{A5D5C055-9F35-4E9F-8282-375162ED9804}" destId="{EBCA0599-F4B5-4744-B89A-ACF0BFBC10AF}" srcOrd="0" destOrd="0" presId="urn:microsoft.com/office/officeart/2005/8/layout/vList2"/>
    <dgm:cxn modelId="{1A828FCD-B103-4E40-BBDD-5DB88E786D2B}" srcId="{EE4A5235-F781-43C0-895E-72CD5DE3ACED}" destId="{0ED72D75-6D2F-45CF-8AF9-BECE9179E89F}" srcOrd="6" destOrd="0" parTransId="{02BF07C3-F10B-425B-9071-7F98C10AAC4F}" sibTransId="{4CA74A09-7341-4E73-A602-E8BE59F873C6}"/>
    <dgm:cxn modelId="{2899EAEA-0CEA-41FC-86AC-5BA208B986FF}" srcId="{EE4A5235-F781-43C0-895E-72CD5DE3ACED}" destId="{46A69997-C8D0-4821-988B-E86B6852DC2D}" srcOrd="7" destOrd="0" parTransId="{A10C76C1-5E37-410E-A1A5-FA7614503A70}" sibTransId="{CAD192B1-BF01-48B2-9435-22966AA3BC9E}"/>
    <dgm:cxn modelId="{13730AF4-2044-4948-8D94-F2FD23C53CF1}" type="presOf" srcId="{6A64A421-189D-4450-BA22-138C555D08D2}" destId="{5134782B-73A7-4AA5-8561-3A4A187B8CA7}" srcOrd="0" destOrd="0" presId="urn:microsoft.com/office/officeart/2005/8/layout/vList2"/>
    <dgm:cxn modelId="{FA27A4F5-92A2-4C3C-8E0D-5689C671819C}" type="presOf" srcId="{0ED72D75-6D2F-45CF-8AF9-BECE9179E89F}" destId="{6B1381D7-97AC-4F54-A630-3958EB60AE18}" srcOrd="0" destOrd="0" presId="urn:microsoft.com/office/officeart/2005/8/layout/vList2"/>
    <dgm:cxn modelId="{0124C5FA-0A5F-455A-BC06-B2677751821D}" type="presOf" srcId="{52853761-85D4-4185-8EAF-D810C55A63D0}" destId="{E679B921-C523-4516-95C6-EBA8F48BD9CC}" srcOrd="0" destOrd="0" presId="urn:microsoft.com/office/officeart/2005/8/layout/vList2"/>
    <dgm:cxn modelId="{2EBB3EEB-B43F-4F48-9E70-2012C8A1284E}" type="presParOf" srcId="{74811F8B-27D1-4ED3-8147-1685F60E4877}" destId="{339C0237-DC54-4540-89C7-534D03F6C503}" srcOrd="0" destOrd="0" presId="urn:microsoft.com/office/officeart/2005/8/layout/vList2"/>
    <dgm:cxn modelId="{6BAB557B-3A15-4C0E-8D60-67E8765D8350}" type="presParOf" srcId="{74811F8B-27D1-4ED3-8147-1685F60E4877}" destId="{45018F8C-CFCC-48FB-92D0-2F3E417AEAC2}" srcOrd="1" destOrd="0" presId="urn:microsoft.com/office/officeart/2005/8/layout/vList2"/>
    <dgm:cxn modelId="{55583C64-740E-4F93-88DA-BBDB10124522}" type="presParOf" srcId="{74811F8B-27D1-4ED3-8147-1685F60E4877}" destId="{5134782B-73A7-4AA5-8561-3A4A187B8CA7}" srcOrd="2" destOrd="0" presId="urn:microsoft.com/office/officeart/2005/8/layout/vList2"/>
    <dgm:cxn modelId="{0B68B64D-C43F-426C-887D-620D9D0474D6}" type="presParOf" srcId="{74811F8B-27D1-4ED3-8147-1685F60E4877}" destId="{A12518BC-D5F6-49B4-A57C-24704DD1C38C}" srcOrd="3" destOrd="0" presId="urn:microsoft.com/office/officeart/2005/8/layout/vList2"/>
    <dgm:cxn modelId="{61279699-10D4-4A9E-9DAB-FC4200CCC6AA}" type="presParOf" srcId="{74811F8B-27D1-4ED3-8147-1685F60E4877}" destId="{E679B921-C523-4516-95C6-EBA8F48BD9CC}" srcOrd="4" destOrd="0" presId="urn:microsoft.com/office/officeart/2005/8/layout/vList2"/>
    <dgm:cxn modelId="{F9C7A04B-A09D-49C8-A63C-BED21BF1830D}" type="presParOf" srcId="{74811F8B-27D1-4ED3-8147-1685F60E4877}" destId="{855DD827-EE1B-4698-BE15-AE0BC75412EA}" srcOrd="5" destOrd="0" presId="urn:microsoft.com/office/officeart/2005/8/layout/vList2"/>
    <dgm:cxn modelId="{0CE27B0C-47A3-4DBF-BA5C-5865A138ADDE}" type="presParOf" srcId="{74811F8B-27D1-4ED3-8147-1685F60E4877}" destId="{C66FAF14-C19F-4750-9541-2E21FB80C2F7}" srcOrd="6" destOrd="0" presId="urn:microsoft.com/office/officeart/2005/8/layout/vList2"/>
    <dgm:cxn modelId="{F86F3B2E-31F7-4862-A267-ED3014B0E9FE}" type="presParOf" srcId="{74811F8B-27D1-4ED3-8147-1685F60E4877}" destId="{5E75F7D6-DE02-4E3D-BC0C-D1B6899B094E}" srcOrd="7" destOrd="0" presId="urn:microsoft.com/office/officeart/2005/8/layout/vList2"/>
    <dgm:cxn modelId="{5DCB09DD-7000-4779-BA38-20B9A5F061B5}" type="presParOf" srcId="{74811F8B-27D1-4ED3-8147-1685F60E4877}" destId="{4662625F-BA38-48E6-8826-7D4B1E8C895D}" srcOrd="8" destOrd="0" presId="urn:microsoft.com/office/officeart/2005/8/layout/vList2"/>
    <dgm:cxn modelId="{91F4672A-7722-4A73-972E-A5DA53CFB985}" type="presParOf" srcId="{74811F8B-27D1-4ED3-8147-1685F60E4877}" destId="{04ED0DC5-D02F-415B-8092-F98BBD0346B1}" srcOrd="9" destOrd="0" presId="urn:microsoft.com/office/officeart/2005/8/layout/vList2"/>
    <dgm:cxn modelId="{EA589264-E95B-46B7-AC2F-152066F8987D}" type="presParOf" srcId="{74811F8B-27D1-4ED3-8147-1685F60E4877}" destId="{EBCA0599-F4B5-4744-B89A-ACF0BFBC10AF}" srcOrd="10" destOrd="0" presId="urn:microsoft.com/office/officeart/2005/8/layout/vList2"/>
    <dgm:cxn modelId="{11DB1CFB-C8B0-4CAD-8FB6-27A6CD66EE39}" type="presParOf" srcId="{74811F8B-27D1-4ED3-8147-1685F60E4877}" destId="{C089C389-A23A-497F-90AA-66DD6CDF2507}" srcOrd="11" destOrd="0" presId="urn:microsoft.com/office/officeart/2005/8/layout/vList2"/>
    <dgm:cxn modelId="{AB4EF26E-D0EA-4D77-8B43-913A555921C1}" type="presParOf" srcId="{74811F8B-27D1-4ED3-8147-1685F60E4877}" destId="{6B1381D7-97AC-4F54-A630-3958EB60AE18}" srcOrd="12" destOrd="0" presId="urn:microsoft.com/office/officeart/2005/8/layout/vList2"/>
    <dgm:cxn modelId="{719CB371-FCEC-4F46-8A56-BE7350C01710}" type="presParOf" srcId="{74811F8B-27D1-4ED3-8147-1685F60E4877}" destId="{97F880A4-B20D-4916-B09C-542CD1DF1A5E}" srcOrd="13" destOrd="0" presId="urn:microsoft.com/office/officeart/2005/8/layout/vList2"/>
    <dgm:cxn modelId="{BBC5DA36-6604-431B-90AC-D5AB911851A1}" type="presParOf" srcId="{74811F8B-27D1-4ED3-8147-1685F60E4877}" destId="{4B1EB6A2-C771-454A-8B34-F1AEFD96A5CF}" srcOrd="14" destOrd="0" presId="urn:microsoft.com/office/officeart/2005/8/layout/vList2"/>
    <dgm:cxn modelId="{349C5248-097D-4E61-862D-9E12F04D6585}" type="presParOf" srcId="{74811F8B-27D1-4ED3-8147-1685F60E4877}" destId="{B6FB25A4-4B77-44A6-89A6-B1385373CE02}" srcOrd="15" destOrd="0" presId="urn:microsoft.com/office/officeart/2005/8/layout/vList2"/>
    <dgm:cxn modelId="{4CDC55ED-90D3-48D5-99E4-5BFAEA192AC6}" type="presParOf" srcId="{74811F8B-27D1-4ED3-8147-1685F60E4877}" destId="{0C43CBFA-BB31-4753-BF56-50930A94ED72}"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30D4AD9-F6B7-4B94-BAF2-58E62375C93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84B8D5F-11D2-46AB-95C1-3947ED4E369C}">
      <dgm:prSet custT="1"/>
      <dgm:spPr/>
      <dgm:t>
        <a:bodyPr/>
        <a:lstStyle/>
        <a:p>
          <a:pPr algn="ctr"/>
          <a:r>
            <a:rPr lang="ar-MA" sz="2400" b="1"/>
            <a:t>الإدارة الناجحة:</a:t>
          </a:r>
          <a:endParaRPr lang="en-US" sz="2400" b="1"/>
        </a:p>
      </dgm:t>
    </dgm:pt>
    <dgm:pt modelId="{EC2EB0C0-CE46-43AB-A2D1-07653EA49E2B}" type="parTrans" cxnId="{FA8D47F7-8258-4867-81DF-8AFFB459DC24}">
      <dgm:prSet/>
      <dgm:spPr/>
      <dgm:t>
        <a:bodyPr/>
        <a:lstStyle/>
        <a:p>
          <a:endParaRPr lang="en-US"/>
        </a:p>
      </dgm:t>
    </dgm:pt>
    <dgm:pt modelId="{F3EB37A5-3CE3-4C06-9F77-1C41BF11275E}" type="sibTrans" cxnId="{FA8D47F7-8258-4867-81DF-8AFFB459DC24}">
      <dgm:prSet/>
      <dgm:spPr/>
      <dgm:t>
        <a:bodyPr/>
        <a:lstStyle/>
        <a:p>
          <a:endParaRPr lang="en-US"/>
        </a:p>
      </dgm:t>
    </dgm:pt>
    <dgm:pt modelId="{8C849BB8-6358-4FEE-9719-EC8506CFF5C2}">
      <dgm:prSet custT="1"/>
      <dgm:spPr/>
      <dgm:t>
        <a:bodyPr/>
        <a:lstStyle/>
        <a:p>
          <a:pPr algn="ctr"/>
          <a:r>
            <a:rPr lang="ar-MA" sz="2400" b="1" dirty="0"/>
            <a:t>المشاركة في صنع القرار تؤدي إلى قرارات أكثر رشداً</a:t>
          </a:r>
          <a:endParaRPr lang="en-US" sz="2400" b="1" dirty="0"/>
        </a:p>
      </dgm:t>
    </dgm:pt>
    <dgm:pt modelId="{1ABE733B-E5ED-41E4-948E-F6A0BF0C1001}" type="parTrans" cxnId="{B3A47E9F-0125-4684-B0DB-33C174000673}">
      <dgm:prSet/>
      <dgm:spPr/>
      <dgm:t>
        <a:bodyPr/>
        <a:lstStyle/>
        <a:p>
          <a:endParaRPr lang="en-US"/>
        </a:p>
      </dgm:t>
    </dgm:pt>
    <dgm:pt modelId="{D3125427-8ACF-4C52-8D9E-FE0B06E7104F}" type="sibTrans" cxnId="{B3A47E9F-0125-4684-B0DB-33C174000673}">
      <dgm:prSet/>
      <dgm:spPr/>
      <dgm:t>
        <a:bodyPr/>
        <a:lstStyle/>
        <a:p>
          <a:endParaRPr lang="en-US"/>
        </a:p>
      </dgm:t>
    </dgm:pt>
    <dgm:pt modelId="{9CBB4B52-9EAC-4B66-9E6A-F4725E9D54C9}">
      <dgm:prSet custT="1"/>
      <dgm:spPr/>
      <dgm:t>
        <a:bodyPr/>
        <a:lstStyle/>
        <a:p>
          <a:pPr algn="ctr"/>
          <a:r>
            <a:rPr lang="ar-MA" sz="2400" b="1"/>
            <a:t>تنوع الخبرات والآراء يثري القرارات ويجنب الأخطاء</a:t>
          </a:r>
          <a:endParaRPr lang="en-US" sz="2400" b="1"/>
        </a:p>
      </dgm:t>
    </dgm:pt>
    <dgm:pt modelId="{7BB06934-B4BB-4D24-B241-5F34FF1AAD36}" type="parTrans" cxnId="{562C50DE-97A8-4B8F-BEC1-2BBE8ADE1313}">
      <dgm:prSet/>
      <dgm:spPr/>
      <dgm:t>
        <a:bodyPr/>
        <a:lstStyle/>
        <a:p>
          <a:endParaRPr lang="en-US"/>
        </a:p>
      </dgm:t>
    </dgm:pt>
    <dgm:pt modelId="{122750EA-CC0E-49A8-81B9-DCC47DAFAA3A}" type="sibTrans" cxnId="{562C50DE-97A8-4B8F-BEC1-2BBE8ADE1313}">
      <dgm:prSet/>
      <dgm:spPr/>
      <dgm:t>
        <a:bodyPr/>
        <a:lstStyle/>
        <a:p>
          <a:endParaRPr lang="en-US"/>
        </a:p>
      </dgm:t>
    </dgm:pt>
    <dgm:pt modelId="{3F966736-FEB8-4CF6-9057-94BD3C594043}">
      <dgm:prSet custT="1"/>
      <dgm:spPr/>
      <dgm:t>
        <a:bodyPr/>
        <a:lstStyle/>
        <a:p>
          <a:pPr algn="ctr"/>
          <a:r>
            <a:rPr lang="ar-MA" sz="2400" b="1"/>
            <a:t>تعزيز الانتماء والولاء للمؤسسة من خلال إشراك العاملين في القرارات</a:t>
          </a:r>
          <a:endParaRPr lang="en-US" sz="2400" b="1"/>
        </a:p>
      </dgm:t>
    </dgm:pt>
    <dgm:pt modelId="{09E9BB13-AFA8-4941-9FEB-02F70B636E66}" type="parTrans" cxnId="{BFC5BDCD-3EEF-4391-8D69-4C8E0A06B763}">
      <dgm:prSet/>
      <dgm:spPr/>
      <dgm:t>
        <a:bodyPr/>
        <a:lstStyle/>
        <a:p>
          <a:endParaRPr lang="en-US"/>
        </a:p>
      </dgm:t>
    </dgm:pt>
    <dgm:pt modelId="{E2F56089-589D-4CCC-A8A8-4D2405551CB4}" type="sibTrans" cxnId="{BFC5BDCD-3EEF-4391-8D69-4C8E0A06B763}">
      <dgm:prSet/>
      <dgm:spPr/>
      <dgm:t>
        <a:bodyPr/>
        <a:lstStyle/>
        <a:p>
          <a:endParaRPr lang="en-US"/>
        </a:p>
      </dgm:t>
    </dgm:pt>
    <dgm:pt modelId="{86FD03B3-8821-4022-BEA2-898850864401}">
      <dgm:prSet custT="1"/>
      <dgm:spPr/>
      <dgm:t>
        <a:bodyPr/>
        <a:lstStyle/>
        <a:p>
          <a:pPr algn="ctr"/>
          <a:r>
            <a:rPr lang="ar-MA" sz="2400" b="1"/>
            <a:t>تحقيق الإحساس بالمسؤولية المشتركة تجاه نتائج القرارات</a:t>
          </a:r>
          <a:endParaRPr lang="en-US" sz="2400" b="1"/>
        </a:p>
      </dgm:t>
    </dgm:pt>
    <dgm:pt modelId="{95BA50CB-EDAE-426A-A689-E137BFE8B94F}" type="parTrans" cxnId="{CDACE07A-0E01-4818-AFD1-7E2532AF4843}">
      <dgm:prSet/>
      <dgm:spPr/>
      <dgm:t>
        <a:bodyPr/>
        <a:lstStyle/>
        <a:p>
          <a:endParaRPr lang="en-US"/>
        </a:p>
      </dgm:t>
    </dgm:pt>
    <dgm:pt modelId="{669E21A0-D4FE-4954-ACCB-CF4104256E5A}" type="sibTrans" cxnId="{CDACE07A-0E01-4818-AFD1-7E2532AF4843}">
      <dgm:prSet/>
      <dgm:spPr/>
      <dgm:t>
        <a:bodyPr/>
        <a:lstStyle/>
        <a:p>
          <a:endParaRPr lang="en-US"/>
        </a:p>
      </dgm:t>
    </dgm:pt>
    <dgm:pt modelId="{B991CF62-25A9-4A18-B451-44AEF6885C7E}">
      <dgm:prSet custT="1"/>
      <dgm:spPr/>
      <dgm:t>
        <a:bodyPr/>
        <a:lstStyle/>
        <a:p>
          <a:pPr algn="ctr"/>
          <a:r>
            <a:rPr lang="ar-MA" sz="2400" b="1"/>
            <a:t>القيادة الفعالة:</a:t>
          </a:r>
          <a:endParaRPr lang="en-US" sz="2400" b="1"/>
        </a:p>
      </dgm:t>
    </dgm:pt>
    <dgm:pt modelId="{0327D731-7237-4388-9000-70B6C455F823}" type="parTrans" cxnId="{EF8AD72F-0F8E-4F43-81D6-0BC847AFE8BF}">
      <dgm:prSet/>
      <dgm:spPr/>
      <dgm:t>
        <a:bodyPr/>
        <a:lstStyle/>
        <a:p>
          <a:endParaRPr lang="en-US"/>
        </a:p>
      </dgm:t>
    </dgm:pt>
    <dgm:pt modelId="{6EEF1312-292A-4420-AA0F-977BE085F927}" type="sibTrans" cxnId="{EF8AD72F-0F8E-4F43-81D6-0BC847AFE8BF}">
      <dgm:prSet/>
      <dgm:spPr/>
      <dgm:t>
        <a:bodyPr/>
        <a:lstStyle/>
        <a:p>
          <a:endParaRPr lang="en-US"/>
        </a:p>
      </dgm:t>
    </dgm:pt>
    <dgm:pt modelId="{92522DC5-6517-4F71-B1BE-D9DCBEAE909B}">
      <dgm:prSet custT="1"/>
      <dgm:spPr/>
      <dgm:t>
        <a:bodyPr/>
        <a:lstStyle/>
        <a:p>
          <a:pPr algn="ctr"/>
          <a:r>
            <a:rPr lang="ar-MA" sz="2400" b="1"/>
            <a:t>الاستماع للخبراء والمتخصصين قبل اتخاذ القرارات المصيرية</a:t>
          </a:r>
          <a:endParaRPr lang="en-US" sz="2400" b="1"/>
        </a:p>
      </dgm:t>
    </dgm:pt>
    <dgm:pt modelId="{56D6CA2D-5080-4FA2-8CE0-492379E44351}" type="parTrans" cxnId="{2DF1A2F2-0C8E-4603-980D-10B16B48335F}">
      <dgm:prSet/>
      <dgm:spPr/>
      <dgm:t>
        <a:bodyPr/>
        <a:lstStyle/>
        <a:p>
          <a:endParaRPr lang="en-US"/>
        </a:p>
      </dgm:t>
    </dgm:pt>
    <dgm:pt modelId="{116BD4FF-1DFF-414E-A889-F5555FABE2F0}" type="sibTrans" cxnId="{2DF1A2F2-0C8E-4603-980D-10B16B48335F}">
      <dgm:prSet/>
      <dgm:spPr/>
      <dgm:t>
        <a:bodyPr/>
        <a:lstStyle/>
        <a:p>
          <a:endParaRPr lang="en-US"/>
        </a:p>
      </dgm:t>
    </dgm:pt>
    <dgm:pt modelId="{E418F8F3-AE1B-4C1F-88D6-DE0978506E30}">
      <dgm:prSet custT="1"/>
      <dgm:spPr/>
      <dgm:t>
        <a:bodyPr/>
        <a:lstStyle/>
        <a:p>
          <a:pPr algn="ctr"/>
          <a:r>
            <a:rPr lang="ar-MA" sz="2400" b="1"/>
            <a:t>تحفيز المبادرات والأفكار الجديدة من خلال تقدير آراء الآخرين</a:t>
          </a:r>
          <a:endParaRPr lang="en-US" sz="2400" b="1"/>
        </a:p>
      </dgm:t>
    </dgm:pt>
    <dgm:pt modelId="{FD138978-AEE6-4329-A34C-EA0128ECAE25}" type="parTrans" cxnId="{6D3A0607-01CF-4EE7-A185-73F8C9CE590A}">
      <dgm:prSet/>
      <dgm:spPr/>
      <dgm:t>
        <a:bodyPr/>
        <a:lstStyle/>
        <a:p>
          <a:endParaRPr lang="en-US"/>
        </a:p>
      </dgm:t>
    </dgm:pt>
    <dgm:pt modelId="{797BC6CF-2461-4E5D-A141-276EB9BAE5A1}" type="sibTrans" cxnId="{6D3A0607-01CF-4EE7-A185-73F8C9CE590A}">
      <dgm:prSet/>
      <dgm:spPr/>
      <dgm:t>
        <a:bodyPr/>
        <a:lstStyle/>
        <a:p>
          <a:endParaRPr lang="en-US"/>
        </a:p>
      </dgm:t>
    </dgm:pt>
    <dgm:pt modelId="{6DEA4BE7-8D99-4C06-A205-5EDA7A1D3040}">
      <dgm:prSet custT="1"/>
      <dgm:spPr/>
      <dgm:t>
        <a:bodyPr/>
        <a:lstStyle/>
        <a:p>
          <a:pPr algn="ctr"/>
          <a:r>
            <a:rPr lang="ar-MA" sz="2400" b="1"/>
            <a:t>بناء الثقة المتبادلة بين القائد وفريقه</a:t>
          </a:r>
          <a:endParaRPr lang="en-US" sz="2400" b="1"/>
        </a:p>
      </dgm:t>
    </dgm:pt>
    <dgm:pt modelId="{C2CCFA11-A626-45B2-B6D4-FBF409308B32}" type="parTrans" cxnId="{A0A01524-1F4D-4FDA-B6B6-D4C442184E35}">
      <dgm:prSet/>
      <dgm:spPr/>
      <dgm:t>
        <a:bodyPr/>
        <a:lstStyle/>
        <a:p>
          <a:endParaRPr lang="en-US"/>
        </a:p>
      </dgm:t>
    </dgm:pt>
    <dgm:pt modelId="{BDD88F71-B5D0-4F75-ABE3-B8868F0027AC}" type="sibTrans" cxnId="{A0A01524-1F4D-4FDA-B6B6-D4C442184E35}">
      <dgm:prSet/>
      <dgm:spPr/>
      <dgm:t>
        <a:bodyPr/>
        <a:lstStyle/>
        <a:p>
          <a:endParaRPr lang="en-US"/>
        </a:p>
      </dgm:t>
    </dgm:pt>
    <dgm:pt modelId="{98945DFB-FE44-4912-8526-F596729701AA}">
      <dgm:prSet custT="1"/>
      <dgm:spPr/>
      <dgm:t>
        <a:bodyPr/>
        <a:lstStyle/>
        <a:p>
          <a:pPr algn="ctr"/>
          <a:r>
            <a:rPr lang="ar-MA" sz="2400" b="1" dirty="0"/>
            <a:t>التوازن بين الحزم في التنفيذ والمرونة في الاستماع للآراء المختلفة</a:t>
          </a:r>
          <a:endParaRPr lang="en-US" sz="2400" b="1" dirty="0"/>
        </a:p>
      </dgm:t>
    </dgm:pt>
    <dgm:pt modelId="{0F4D3E02-BFD4-4ABB-BD35-58CD00C217E7}" type="parTrans" cxnId="{51DE9A5D-2AE4-43CF-856B-CD1CAE7F0503}">
      <dgm:prSet/>
      <dgm:spPr/>
      <dgm:t>
        <a:bodyPr/>
        <a:lstStyle/>
        <a:p>
          <a:endParaRPr lang="en-US"/>
        </a:p>
      </dgm:t>
    </dgm:pt>
    <dgm:pt modelId="{BD00B773-E639-4F65-B37E-A76FF534BFCC}" type="sibTrans" cxnId="{51DE9A5D-2AE4-43CF-856B-CD1CAE7F0503}">
      <dgm:prSet/>
      <dgm:spPr/>
      <dgm:t>
        <a:bodyPr/>
        <a:lstStyle/>
        <a:p>
          <a:endParaRPr lang="en-US"/>
        </a:p>
      </dgm:t>
    </dgm:pt>
    <dgm:pt modelId="{38676F7A-D926-429C-A45D-6A2670E1865E}" type="pres">
      <dgm:prSet presAssocID="{C30D4AD9-F6B7-4B94-BAF2-58E62375C93B}" presName="linear" presStyleCnt="0">
        <dgm:presLayoutVars>
          <dgm:animLvl val="lvl"/>
          <dgm:resizeHandles val="exact"/>
        </dgm:presLayoutVars>
      </dgm:prSet>
      <dgm:spPr/>
    </dgm:pt>
    <dgm:pt modelId="{06A88FC2-4B80-4FDF-AB30-8CE73591A3ED}" type="pres">
      <dgm:prSet presAssocID="{184B8D5F-11D2-46AB-95C1-3947ED4E369C}" presName="parentText" presStyleLbl="node1" presStyleIdx="0" presStyleCnt="10">
        <dgm:presLayoutVars>
          <dgm:chMax val="0"/>
          <dgm:bulletEnabled val="1"/>
        </dgm:presLayoutVars>
      </dgm:prSet>
      <dgm:spPr/>
    </dgm:pt>
    <dgm:pt modelId="{B2077277-6944-49D6-A21D-FB4081205CC0}" type="pres">
      <dgm:prSet presAssocID="{F3EB37A5-3CE3-4C06-9F77-1C41BF11275E}" presName="spacer" presStyleCnt="0"/>
      <dgm:spPr/>
    </dgm:pt>
    <dgm:pt modelId="{17ACC297-5444-4FA4-B80D-E4DFE5370276}" type="pres">
      <dgm:prSet presAssocID="{8C849BB8-6358-4FEE-9719-EC8506CFF5C2}" presName="parentText" presStyleLbl="node1" presStyleIdx="1" presStyleCnt="10">
        <dgm:presLayoutVars>
          <dgm:chMax val="0"/>
          <dgm:bulletEnabled val="1"/>
        </dgm:presLayoutVars>
      </dgm:prSet>
      <dgm:spPr/>
    </dgm:pt>
    <dgm:pt modelId="{0BCC263D-5462-47F7-A328-8398AF288D86}" type="pres">
      <dgm:prSet presAssocID="{D3125427-8ACF-4C52-8D9E-FE0B06E7104F}" presName="spacer" presStyleCnt="0"/>
      <dgm:spPr/>
    </dgm:pt>
    <dgm:pt modelId="{3AD9E6A1-509D-4A38-94EC-7F43CF00E714}" type="pres">
      <dgm:prSet presAssocID="{9CBB4B52-9EAC-4B66-9E6A-F4725E9D54C9}" presName="parentText" presStyleLbl="node1" presStyleIdx="2" presStyleCnt="10">
        <dgm:presLayoutVars>
          <dgm:chMax val="0"/>
          <dgm:bulletEnabled val="1"/>
        </dgm:presLayoutVars>
      </dgm:prSet>
      <dgm:spPr/>
    </dgm:pt>
    <dgm:pt modelId="{A27FEEF5-CBE5-4113-A2B0-05E9A64EF1F4}" type="pres">
      <dgm:prSet presAssocID="{122750EA-CC0E-49A8-81B9-DCC47DAFAA3A}" presName="spacer" presStyleCnt="0"/>
      <dgm:spPr/>
    </dgm:pt>
    <dgm:pt modelId="{43049E43-1EC5-479E-8E9F-3FC3B3AA6EF9}" type="pres">
      <dgm:prSet presAssocID="{3F966736-FEB8-4CF6-9057-94BD3C594043}" presName="parentText" presStyleLbl="node1" presStyleIdx="3" presStyleCnt="10">
        <dgm:presLayoutVars>
          <dgm:chMax val="0"/>
          <dgm:bulletEnabled val="1"/>
        </dgm:presLayoutVars>
      </dgm:prSet>
      <dgm:spPr/>
    </dgm:pt>
    <dgm:pt modelId="{320B7675-FF55-4CB7-AED4-FCE0AC704C5B}" type="pres">
      <dgm:prSet presAssocID="{E2F56089-589D-4CCC-A8A8-4D2405551CB4}" presName="spacer" presStyleCnt="0"/>
      <dgm:spPr/>
    </dgm:pt>
    <dgm:pt modelId="{BD626568-8EFD-44E0-A887-A5A7FE9055B4}" type="pres">
      <dgm:prSet presAssocID="{86FD03B3-8821-4022-BEA2-898850864401}" presName="parentText" presStyleLbl="node1" presStyleIdx="4" presStyleCnt="10">
        <dgm:presLayoutVars>
          <dgm:chMax val="0"/>
          <dgm:bulletEnabled val="1"/>
        </dgm:presLayoutVars>
      </dgm:prSet>
      <dgm:spPr/>
    </dgm:pt>
    <dgm:pt modelId="{D6BA0C9C-C94F-48D9-92D8-815355D33895}" type="pres">
      <dgm:prSet presAssocID="{669E21A0-D4FE-4954-ACCB-CF4104256E5A}" presName="spacer" presStyleCnt="0"/>
      <dgm:spPr/>
    </dgm:pt>
    <dgm:pt modelId="{5DD1016F-1924-417B-A33A-67835FC5F045}" type="pres">
      <dgm:prSet presAssocID="{B991CF62-25A9-4A18-B451-44AEF6885C7E}" presName="parentText" presStyleLbl="node1" presStyleIdx="5" presStyleCnt="10">
        <dgm:presLayoutVars>
          <dgm:chMax val="0"/>
          <dgm:bulletEnabled val="1"/>
        </dgm:presLayoutVars>
      </dgm:prSet>
      <dgm:spPr/>
    </dgm:pt>
    <dgm:pt modelId="{14995D69-9386-4DFC-80B8-3C01706BA23B}" type="pres">
      <dgm:prSet presAssocID="{6EEF1312-292A-4420-AA0F-977BE085F927}" presName="spacer" presStyleCnt="0"/>
      <dgm:spPr/>
    </dgm:pt>
    <dgm:pt modelId="{E4ED920E-3BC3-4E20-AC3B-8591D83CBBA7}" type="pres">
      <dgm:prSet presAssocID="{92522DC5-6517-4F71-B1BE-D9DCBEAE909B}" presName="parentText" presStyleLbl="node1" presStyleIdx="6" presStyleCnt="10">
        <dgm:presLayoutVars>
          <dgm:chMax val="0"/>
          <dgm:bulletEnabled val="1"/>
        </dgm:presLayoutVars>
      </dgm:prSet>
      <dgm:spPr/>
    </dgm:pt>
    <dgm:pt modelId="{47E18CB2-D803-4841-AE25-8C6A33FD76DE}" type="pres">
      <dgm:prSet presAssocID="{116BD4FF-1DFF-414E-A889-F5555FABE2F0}" presName="spacer" presStyleCnt="0"/>
      <dgm:spPr/>
    </dgm:pt>
    <dgm:pt modelId="{715F2B48-3914-4B09-BC32-3B1D80142E68}" type="pres">
      <dgm:prSet presAssocID="{E418F8F3-AE1B-4C1F-88D6-DE0978506E30}" presName="parentText" presStyleLbl="node1" presStyleIdx="7" presStyleCnt="10">
        <dgm:presLayoutVars>
          <dgm:chMax val="0"/>
          <dgm:bulletEnabled val="1"/>
        </dgm:presLayoutVars>
      </dgm:prSet>
      <dgm:spPr/>
    </dgm:pt>
    <dgm:pt modelId="{D1BE9528-7528-4487-9AC8-47F2B4A08B6D}" type="pres">
      <dgm:prSet presAssocID="{797BC6CF-2461-4E5D-A141-276EB9BAE5A1}" presName="spacer" presStyleCnt="0"/>
      <dgm:spPr/>
    </dgm:pt>
    <dgm:pt modelId="{26DCC776-5CCC-439E-A7BB-2206D4995C37}" type="pres">
      <dgm:prSet presAssocID="{6DEA4BE7-8D99-4C06-A205-5EDA7A1D3040}" presName="parentText" presStyleLbl="node1" presStyleIdx="8" presStyleCnt="10">
        <dgm:presLayoutVars>
          <dgm:chMax val="0"/>
          <dgm:bulletEnabled val="1"/>
        </dgm:presLayoutVars>
      </dgm:prSet>
      <dgm:spPr/>
    </dgm:pt>
    <dgm:pt modelId="{3E28E12D-D3E7-4ECE-822E-97F48D26DE72}" type="pres">
      <dgm:prSet presAssocID="{BDD88F71-B5D0-4F75-ABE3-B8868F0027AC}" presName="spacer" presStyleCnt="0"/>
      <dgm:spPr/>
    </dgm:pt>
    <dgm:pt modelId="{81D8DA87-6315-407F-9F76-22BCE710D6A5}" type="pres">
      <dgm:prSet presAssocID="{98945DFB-FE44-4912-8526-F596729701AA}" presName="parentText" presStyleLbl="node1" presStyleIdx="9" presStyleCnt="10">
        <dgm:presLayoutVars>
          <dgm:chMax val="0"/>
          <dgm:bulletEnabled val="1"/>
        </dgm:presLayoutVars>
      </dgm:prSet>
      <dgm:spPr/>
    </dgm:pt>
  </dgm:ptLst>
  <dgm:cxnLst>
    <dgm:cxn modelId="{6D3A0607-01CF-4EE7-A185-73F8C9CE590A}" srcId="{C30D4AD9-F6B7-4B94-BAF2-58E62375C93B}" destId="{E418F8F3-AE1B-4C1F-88D6-DE0978506E30}" srcOrd="7" destOrd="0" parTransId="{FD138978-AEE6-4329-A34C-EA0128ECAE25}" sibTransId="{797BC6CF-2461-4E5D-A141-276EB9BAE5A1}"/>
    <dgm:cxn modelId="{A0A01524-1F4D-4FDA-B6B6-D4C442184E35}" srcId="{C30D4AD9-F6B7-4B94-BAF2-58E62375C93B}" destId="{6DEA4BE7-8D99-4C06-A205-5EDA7A1D3040}" srcOrd="8" destOrd="0" parTransId="{C2CCFA11-A626-45B2-B6D4-FBF409308B32}" sibTransId="{BDD88F71-B5D0-4F75-ABE3-B8868F0027AC}"/>
    <dgm:cxn modelId="{EF8AD72F-0F8E-4F43-81D6-0BC847AFE8BF}" srcId="{C30D4AD9-F6B7-4B94-BAF2-58E62375C93B}" destId="{B991CF62-25A9-4A18-B451-44AEF6885C7E}" srcOrd="5" destOrd="0" parTransId="{0327D731-7237-4388-9000-70B6C455F823}" sibTransId="{6EEF1312-292A-4420-AA0F-977BE085F927}"/>
    <dgm:cxn modelId="{51DE9A5D-2AE4-43CF-856B-CD1CAE7F0503}" srcId="{C30D4AD9-F6B7-4B94-BAF2-58E62375C93B}" destId="{98945DFB-FE44-4912-8526-F596729701AA}" srcOrd="9" destOrd="0" parTransId="{0F4D3E02-BFD4-4ABB-BD35-58CD00C217E7}" sibTransId="{BD00B773-E639-4F65-B37E-A76FF534BFCC}"/>
    <dgm:cxn modelId="{E6E2FD60-DC23-454F-9880-57EBB29AAE8D}" type="presOf" srcId="{E418F8F3-AE1B-4C1F-88D6-DE0978506E30}" destId="{715F2B48-3914-4B09-BC32-3B1D80142E68}" srcOrd="0" destOrd="0" presId="urn:microsoft.com/office/officeart/2005/8/layout/vList2"/>
    <dgm:cxn modelId="{0BF0FE49-3D51-41A0-8F1A-2B91A432E6AB}" type="presOf" srcId="{3F966736-FEB8-4CF6-9057-94BD3C594043}" destId="{43049E43-1EC5-479E-8E9F-3FC3B3AA6EF9}" srcOrd="0" destOrd="0" presId="urn:microsoft.com/office/officeart/2005/8/layout/vList2"/>
    <dgm:cxn modelId="{6CA8F551-012E-4703-98A3-D186A9929EC2}" type="presOf" srcId="{C30D4AD9-F6B7-4B94-BAF2-58E62375C93B}" destId="{38676F7A-D926-429C-A45D-6A2670E1865E}" srcOrd="0" destOrd="0" presId="urn:microsoft.com/office/officeart/2005/8/layout/vList2"/>
    <dgm:cxn modelId="{CDACE07A-0E01-4818-AFD1-7E2532AF4843}" srcId="{C30D4AD9-F6B7-4B94-BAF2-58E62375C93B}" destId="{86FD03B3-8821-4022-BEA2-898850864401}" srcOrd="4" destOrd="0" parTransId="{95BA50CB-EDAE-426A-A689-E137BFE8B94F}" sibTransId="{669E21A0-D4FE-4954-ACCB-CF4104256E5A}"/>
    <dgm:cxn modelId="{F402F48A-2E50-48BA-9C6A-F5B623138564}" type="presOf" srcId="{184B8D5F-11D2-46AB-95C1-3947ED4E369C}" destId="{06A88FC2-4B80-4FDF-AB30-8CE73591A3ED}" srcOrd="0" destOrd="0" presId="urn:microsoft.com/office/officeart/2005/8/layout/vList2"/>
    <dgm:cxn modelId="{26D70A94-B296-48C1-91E6-8D52FA89CC0B}" type="presOf" srcId="{8C849BB8-6358-4FEE-9719-EC8506CFF5C2}" destId="{17ACC297-5444-4FA4-B80D-E4DFE5370276}" srcOrd="0" destOrd="0" presId="urn:microsoft.com/office/officeart/2005/8/layout/vList2"/>
    <dgm:cxn modelId="{AFA27F94-30B3-4A46-9308-8E28625BF5A6}" type="presOf" srcId="{6DEA4BE7-8D99-4C06-A205-5EDA7A1D3040}" destId="{26DCC776-5CCC-439E-A7BB-2206D4995C37}" srcOrd="0" destOrd="0" presId="urn:microsoft.com/office/officeart/2005/8/layout/vList2"/>
    <dgm:cxn modelId="{30A02496-8EB1-422C-BA44-FA3B4CD99C22}" type="presOf" srcId="{92522DC5-6517-4F71-B1BE-D9DCBEAE909B}" destId="{E4ED920E-3BC3-4E20-AC3B-8591D83CBBA7}" srcOrd="0" destOrd="0" presId="urn:microsoft.com/office/officeart/2005/8/layout/vList2"/>
    <dgm:cxn modelId="{B3A47E9F-0125-4684-B0DB-33C174000673}" srcId="{C30D4AD9-F6B7-4B94-BAF2-58E62375C93B}" destId="{8C849BB8-6358-4FEE-9719-EC8506CFF5C2}" srcOrd="1" destOrd="0" parTransId="{1ABE733B-E5ED-41E4-948E-F6A0BF0C1001}" sibTransId="{D3125427-8ACF-4C52-8D9E-FE0B06E7104F}"/>
    <dgm:cxn modelId="{3D02CCA5-156D-4BA4-A7E7-62903C8B1D04}" type="presOf" srcId="{86FD03B3-8821-4022-BEA2-898850864401}" destId="{BD626568-8EFD-44E0-A887-A5A7FE9055B4}" srcOrd="0" destOrd="0" presId="urn:microsoft.com/office/officeart/2005/8/layout/vList2"/>
    <dgm:cxn modelId="{5E9B04AD-9175-42D7-B129-2961881EC7DF}" type="presOf" srcId="{B991CF62-25A9-4A18-B451-44AEF6885C7E}" destId="{5DD1016F-1924-417B-A33A-67835FC5F045}" srcOrd="0" destOrd="0" presId="urn:microsoft.com/office/officeart/2005/8/layout/vList2"/>
    <dgm:cxn modelId="{BFC5BDCD-3EEF-4391-8D69-4C8E0A06B763}" srcId="{C30D4AD9-F6B7-4B94-BAF2-58E62375C93B}" destId="{3F966736-FEB8-4CF6-9057-94BD3C594043}" srcOrd="3" destOrd="0" parTransId="{09E9BB13-AFA8-4941-9FEB-02F70B636E66}" sibTransId="{E2F56089-589D-4CCC-A8A8-4D2405551CB4}"/>
    <dgm:cxn modelId="{532900CE-36C5-487D-80AD-C053B0F47A86}" type="presOf" srcId="{9CBB4B52-9EAC-4B66-9E6A-F4725E9D54C9}" destId="{3AD9E6A1-509D-4A38-94EC-7F43CF00E714}" srcOrd="0" destOrd="0" presId="urn:microsoft.com/office/officeart/2005/8/layout/vList2"/>
    <dgm:cxn modelId="{2C101BD6-8588-4259-BA73-CAC52346FD54}" type="presOf" srcId="{98945DFB-FE44-4912-8526-F596729701AA}" destId="{81D8DA87-6315-407F-9F76-22BCE710D6A5}" srcOrd="0" destOrd="0" presId="urn:microsoft.com/office/officeart/2005/8/layout/vList2"/>
    <dgm:cxn modelId="{562C50DE-97A8-4B8F-BEC1-2BBE8ADE1313}" srcId="{C30D4AD9-F6B7-4B94-BAF2-58E62375C93B}" destId="{9CBB4B52-9EAC-4B66-9E6A-F4725E9D54C9}" srcOrd="2" destOrd="0" parTransId="{7BB06934-B4BB-4D24-B241-5F34FF1AAD36}" sibTransId="{122750EA-CC0E-49A8-81B9-DCC47DAFAA3A}"/>
    <dgm:cxn modelId="{2DF1A2F2-0C8E-4603-980D-10B16B48335F}" srcId="{C30D4AD9-F6B7-4B94-BAF2-58E62375C93B}" destId="{92522DC5-6517-4F71-B1BE-D9DCBEAE909B}" srcOrd="6" destOrd="0" parTransId="{56D6CA2D-5080-4FA2-8CE0-492379E44351}" sibTransId="{116BD4FF-1DFF-414E-A889-F5555FABE2F0}"/>
    <dgm:cxn modelId="{FA8D47F7-8258-4867-81DF-8AFFB459DC24}" srcId="{C30D4AD9-F6B7-4B94-BAF2-58E62375C93B}" destId="{184B8D5F-11D2-46AB-95C1-3947ED4E369C}" srcOrd="0" destOrd="0" parTransId="{EC2EB0C0-CE46-43AB-A2D1-07653EA49E2B}" sibTransId="{F3EB37A5-3CE3-4C06-9F77-1C41BF11275E}"/>
    <dgm:cxn modelId="{4EF2FC34-DC4F-4236-B87B-B555ED2BBE23}" type="presParOf" srcId="{38676F7A-D926-429C-A45D-6A2670E1865E}" destId="{06A88FC2-4B80-4FDF-AB30-8CE73591A3ED}" srcOrd="0" destOrd="0" presId="urn:microsoft.com/office/officeart/2005/8/layout/vList2"/>
    <dgm:cxn modelId="{1123F44C-AA82-4DD6-B1FB-759E28BC717F}" type="presParOf" srcId="{38676F7A-D926-429C-A45D-6A2670E1865E}" destId="{B2077277-6944-49D6-A21D-FB4081205CC0}" srcOrd="1" destOrd="0" presId="urn:microsoft.com/office/officeart/2005/8/layout/vList2"/>
    <dgm:cxn modelId="{F54E23A9-1AB0-4D25-B4A4-7ADCBAC50788}" type="presParOf" srcId="{38676F7A-D926-429C-A45D-6A2670E1865E}" destId="{17ACC297-5444-4FA4-B80D-E4DFE5370276}" srcOrd="2" destOrd="0" presId="urn:microsoft.com/office/officeart/2005/8/layout/vList2"/>
    <dgm:cxn modelId="{92BF6DC2-C3FE-4034-AC83-C1513FFB1A76}" type="presParOf" srcId="{38676F7A-D926-429C-A45D-6A2670E1865E}" destId="{0BCC263D-5462-47F7-A328-8398AF288D86}" srcOrd="3" destOrd="0" presId="urn:microsoft.com/office/officeart/2005/8/layout/vList2"/>
    <dgm:cxn modelId="{F9C4EFF5-F9E4-42D5-A17B-7568786C5D0F}" type="presParOf" srcId="{38676F7A-D926-429C-A45D-6A2670E1865E}" destId="{3AD9E6A1-509D-4A38-94EC-7F43CF00E714}" srcOrd="4" destOrd="0" presId="urn:microsoft.com/office/officeart/2005/8/layout/vList2"/>
    <dgm:cxn modelId="{A95327E8-B39F-4FF1-BE05-1886A9D72CA2}" type="presParOf" srcId="{38676F7A-D926-429C-A45D-6A2670E1865E}" destId="{A27FEEF5-CBE5-4113-A2B0-05E9A64EF1F4}" srcOrd="5" destOrd="0" presId="urn:microsoft.com/office/officeart/2005/8/layout/vList2"/>
    <dgm:cxn modelId="{DF7B600B-0725-4960-AFDC-EEFB0BDE04CE}" type="presParOf" srcId="{38676F7A-D926-429C-A45D-6A2670E1865E}" destId="{43049E43-1EC5-479E-8E9F-3FC3B3AA6EF9}" srcOrd="6" destOrd="0" presId="urn:microsoft.com/office/officeart/2005/8/layout/vList2"/>
    <dgm:cxn modelId="{C02BEAB8-DD5D-40EF-9356-FAE3D159758F}" type="presParOf" srcId="{38676F7A-D926-429C-A45D-6A2670E1865E}" destId="{320B7675-FF55-4CB7-AED4-FCE0AC704C5B}" srcOrd="7" destOrd="0" presId="urn:microsoft.com/office/officeart/2005/8/layout/vList2"/>
    <dgm:cxn modelId="{796EC225-13D0-4DC3-9E13-B3D07728E05D}" type="presParOf" srcId="{38676F7A-D926-429C-A45D-6A2670E1865E}" destId="{BD626568-8EFD-44E0-A887-A5A7FE9055B4}" srcOrd="8" destOrd="0" presId="urn:microsoft.com/office/officeart/2005/8/layout/vList2"/>
    <dgm:cxn modelId="{0FD9144A-AAF8-4BEC-A27E-CB728E15DC06}" type="presParOf" srcId="{38676F7A-D926-429C-A45D-6A2670E1865E}" destId="{D6BA0C9C-C94F-48D9-92D8-815355D33895}" srcOrd="9" destOrd="0" presId="urn:microsoft.com/office/officeart/2005/8/layout/vList2"/>
    <dgm:cxn modelId="{8F45FC08-AAD4-4B6A-8039-5FAF2A218273}" type="presParOf" srcId="{38676F7A-D926-429C-A45D-6A2670E1865E}" destId="{5DD1016F-1924-417B-A33A-67835FC5F045}" srcOrd="10" destOrd="0" presId="urn:microsoft.com/office/officeart/2005/8/layout/vList2"/>
    <dgm:cxn modelId="{C9A2CE7E-62E7-4427-95EC-9D82D558AEA2}" type="presParOf" srcId="{38676F7A-D926-429C-A45D-6A2670E1865E}" destId="{14995D69-9386-4DFC-80B8-3C01706BA23B}" srcOrd="11" destOrd="0" presId="urn:microsoft.com/office/officeart/2005/8/layout/vList2"/>
    <dgm:cxn modelId="{CE049827-9DF6-4F38-B257-68035829B25A}" type="presParOf" srcId="{38676F7A-D926-429C-A45D-6A2670E1865E}" destId="{E4ED920E-3BC3-4E20-AC3B-8591D83CBBA7}" srcOrd="12" destOrd="0" presId="urn:microsoft.com/office/officeart/2005/8/layout/vList2"/>
    <dgm:cxn modelId="{C3C1996B-2301-42ED-B42B-6B338C207878}" type="presParOf" srcId="{38676F7A-D926-429C-A45D-6A2670E1865E}" destId="{47E18CB2-D803-4841-AE25-8C6A33FD76DE}" srcOrd="13" destOrd="0" presId="urn:microsoft.com/office/officeart/2005/8/layout/vList2"/>
    <dgm:cxn modelId="{232C493D-DFB9-46A0-BFBD-72CD041C6F24}" type="presParOf" srcId="{38676F7A-D926-429C-A45D-6A2670E1865E}" destId="{715F2B48-3914-4B09-BC32-3B1D80142E68}" srcOrd="14" destOrd="0" presId="urn:microsoft.com/office/officeart/2005/8/layout/vList2"/>
    <dgm:cxn modelId="{4D19CB3F-7F1C-4416-8524-3C9EA8D9C10D}" type="presParOf" srcId="{38676F7A-D926-429C-A45D-6A2670E1865E}" destId="{D1BE9528-7528-4487-9AC8-47F2B4A08B6D}" srcOrd="15" destOrd="0" presId="urn:microsoft.com/office/officeart/2005/8/layout/vList2"/>
    <dgm:cxn modelId="{59AF3C59-3844-4C91-A939-0B8E25B173D5}" type="presParOf" srcId="{38676F7A-D926-429C-A45D-6A2670E1865E}" destId="{26DCC776-5CCC-439E-A7BB-2206D4995C37}" srcOrd="16" destOrd="0" presId="urn:microsoft.com/office/officeart/2005/8/layout/vList2"/>
    <dgm:cxn modelId="{739D4F90-644D-4009-BBDE-95E0B9C238DD}" type="presParOf" srcId="{38676F7A-D926-429C-A45D-6A2670E1865E}" destId="{3E28E12D-D3E7-4ECE-822E-97F48D26DE72}" srcOrd="17" destOrd="0" presId="urn:microsoft.com/office/officeart/2005/8/layout/vList2"/>
    <dgm:cxn modelId="{4E216A39-BE7B-4757-B276-C2E3F83ABED8}" type="presParOf" srcId="{38676F7A-D926-429C-A45D-6A2670E1865E}" destId="{81D8DA87-6315-407F-9F76-22BCE710D6A5}" srcOrd="1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F77B18-CE04-4BCB-BECB-56A0C4A8E50B}"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39DFF4BF-91EF-4A37-8077-C7BEF9CB2467}">
      <dgm:prSet custT="1"/>
      <dgm:spPr/>
      <dgm:t>
        <a:bodyPr/>
        <a:lstStyle/>
        <a:p>
          <a:r>
            <a:rPr lang="ar-MA" sz="1900" b="1" dirty="0"/>
            <a:t>استمرار الدعاء والتضرع حتى نزول البشرى بالنصر</a:t>
          </a:r>
          <a:endParaRPr lang="en-US" sz="1900" b="1" dirty="0"/>
        </a:p>
      </dgm:t>
    </dgm:pt>
    <dgm:pt modelId="{5EEE14C0-9667-4412-B746-D4BF83C6DC62}" type="parTrans" cxnId="{6B356D68-257E-4907-A142-445A1D60009E}">
      <dgm:prSet/>
      <dgm:spPr/>
      <dgm:t>
        <a:bodyPr/>
        <a:lstStyle/>
        <a:p>
          <a:endParaRPr lang="en-US"/>
        </a:p>
      </dgm:t>
    </dgm:pt>
    <dgm:pt modelId="{7AC69FFC-90B1-4F28-9898-C14A16182324}" type="sibTrans" cxnId="{6B356D68-257E-4907-A142-445A1D60009E}">
      <dgm:prSet/>
      <dgm:spPr/>
      <dgm:t>
        <a:bodyPr/>
        <a:lstStyle/>
        <a:p>
          <a:endParaRPr lang="en-US"/>
        </a:p>
      </dgm:t>
    </dgm:pt>
    <dgm:pt modelId="{C31419F1-DB5D-40C4-B762-B6F74E6A3D18}">
      <dgm:prSet custT="1"/>
      <dgm:spPr/>
      <dgm:t>
        <a:bodyPr/>
        <a:lstStyle/>
        <a:p>
          <a:r>
            <a:rPr lang="ar-MA" sz="1900" b="1" dirty="0"/>
            <a:t>دعاء النبي ﷺ المستمر طوال الليل حتى سقط رداؤه عن منكبيه</a:t>
          </a:r>
          <a:endParaRPr lang="en-US" sz="1900" b="1" dirty="0"/>
        </a:p>
      </dgm:t>
    </dgm:pt>
    <dgm:pt modelId="{7B7E36DA-FAF7-4DE0-83E4-C8FBA2A1E96E}" type="parTrans" cxnId="{4839F2AA-6E93-4F74-ACCE-239820934E13}">
      <dgm:prSet/>
      <dgm:spPr/>
      <dgm:t>
        <a:bodyPr/>
        <a:lstStyle/>
        <a:p>
          <a:endParaRPr lang="en-US"/>
        </a:p>
      </dgm:t>
    </dgm:pt>
    <dgm:pt modelId="{6EA6E80D-88A5-45A8-8BB7-EFC98589671D}" type="sibTrans" cxnId="{4839F2AA-6E93-4F74-ACCE-239820934E13}">
      <dgm:prSet/>
      <dgm:spPr/>
      <dgm:t>
        <a:bodyPr/>
        <a:lstStyle/>
        <a:p>
          <a:endParaRPr lang="en-US"/>
        </a:p>
      </dgm:t>
    </dgm:pt>
    <dgm:pt modelId="{1D6E8966-A203-4303-8445-1A39D75C5183}">
      <dgm:prSet custT="1"/>
      <dgm:spPr/>
      <dgm:t>
        <a:bodyPr/>
        <a:lstStyle/>
        <a:p>
          <a:r>
            <a:rPr lang="ar-MA" sz="1900" b="1" dirty="0"/>
            <a:t>"اللهم أنجز لي ما وعدتني، اللهم إن تهلك هذه العصابة من أهل الإسلام فلن تُعبد في الأرض"</a:t>
          </a:r>
          <a:endParaRPr lang="en-US" sz="1900" b="1" dirty="0"/>
        </a:p>
      </dgm:t>
    </dgm:pt>
    <dgm:pt modelId="{393E21B3-C72E-40E6-B42B-F40865C9B15E}" type="parTrans" cxnId="{3969E85F-60C5-478E-A6B1-947B62861DAB}">
      <dgm:prSet/>
      <dgm:spPr/>
      <dgm:t>
        <a:bodyPr/>
        <a:lstStyle/>
        <a:p>
          <a:endParaRPr lang="en-US"/>
        </a:p>
      </dgm:t>
    </dgm:pt>
    <dgm:pt modelId="{58C7A193-BEC2-4629-85F2-A8F3F563E851}" type="sibTrans" cxnId="{3969E85F-60C5-478E-A6B1-947B62861DAB}">
      <dgm:prSet/>
      <dgm:spPr/>
      <dgm:t>
        <a:bodyPr/>
        <a:lstStyle/>
        <a:p>
          <a:endParaRPr lang="en-US"/>
        </a:p>
      </dgm:t>
    </dgm:pt>
    <dgm:pt modelId="{747CCA99-AAB6-44EC-9827-2DC189EF6896}">
      <dgm:prSet custT="1"/>
      <dgm:spPr/>
      <dgm:t>
        <a:bodyPr/>
        <a:lstStyle/>
        <a:p>
          <a:r>
            <a:rPr lang="ar-MA" sz="1900" b="1" dirty="0"/>
            <a:t>استغاثة المسلمين:</a:t>
          </a:r>
          <a:endParaRPr lang="en-US" sz="1900" b="1" dirty="0"/>
        </a:p>
      </dgm:t>
    </dgm:pt>
    <dgm:pt modelId="{4206D1AE-3549-425B-914F-EB3D4FAD2FB8}" type="parTrans" cxnId="{6DC99977-1E22-4A15-BA1C-77EFE1671EAD}">
      <dgm:prSet/>
      <dgm:spPr/>
      <dgm:t>
        <a:bodyPr/>
        <a:lstStyle/>
        <a:p>
          <a:endParaRPr lang="en-US"/>
        </a:p>
      </dgm:t>
    </dgm:pt>
    <dgm:pt modelId="{6A0023C0-BE70-4AA1-A52C-633988D2AC7C}" type="sibTrans" cxnId="{6DC99977-1E22-4A15-BA1C-77EFE1671EAD}">
      <dgm:prSet/>
      <dgm:spPr/>
      <dgm:t>
        <a:bodyPr/>
        <a:lstStyle/>
        <a:p>
          <a:endParaRPr lang="en-US"/>
        </a:p>
      </dgm:t>
    </dgm:pt>
    <dgm:pt modelId="{A33C6490-A71E-4FF7-8C07-54445362FAE8}">
      <dgm:prSet custT="1"/>
      <dgm:spPr/>
      <dgm:t>
        <a:bodyPr/>
        <a:lstStyle/>
        <a:p>
          <a:r>
            <a:rPr lang="ar-MA" sz="1900" b="1" dirty="0"/>
            <a:t>"إِذْ يُغَشِّيكُمُ النُّعَاسَ أَمَنَةً مِّنْهُ وَيُنَزِّلُ عَلَيْكُم مِّن السَّمَاءِ مَاءً لِّيُطَهِّرَكُم بِهِ" (الأنفال: 11) </a:t>
          </a:r>
          <a:endParaRPr lang="en-US" sz="1900" b="1" dirty="0"/>
        </a:p>
      </dgm:t>
    </dgm:pt>
    <dgm:pt modelId="{124376BC-2C38-478F-98BD-3BB9912D4F7C}" type="parTrans" cxnId="{A60A7D2E-C4E4-4DB1-B747-B205109516E2}">
      <dgm:prSet/>
      <dgm:spPr/>
      <dgm:t>
        <a:bodyPr/>
        <a:lstStyle/>
        <a:p>
          <a:endParaRPr lang="en-US"/>
        </a:p>
      </dgm:t>
    </dgm:pt>
    <dgm:pt modelId="{49A332E8-53C1-4682-B5EA-4E03A0381183}" type="sibTrans" cxnId="{A60A7D2E-C4E4-4DB1-B747-B205109516E2}">
      <dgm:prSet/>
      <dgm:spPr/>
      <dgm:t>
        <a:bodyPr/>
        <a:lstStyle/>
        <a:p>
          <a:endParaRPr lang="en-US"/>
        </a:p>
      </dgm:t>
    </dgm:pt>
    <dgm:pt modelId="{095C8D9A-731C-4E10-B35D-A2267832A8F4}">
      <dgm:prSet custT="1"/>
      <dgm:spPr/>
      <dgm:t>
        <a:bodyPr/>
        <a:lstStyle/>
        <a:p>
          <a:r>
            <a:rPr lang="ar-MA" sz="1900" b="1" dirty="0"/>
            <a:t>"إِذْ تَسْتَغِيثُونَ رَبَّكُمْ فَاسْتَجَابَ لَكُمْ أَنِّي مُمِدُّكُم بِأَلْفٍ مِّنَ الْمَلَائِكَةِ مُرْدِفِينَ" (الأنفال: 9)</a:t>
          </a:r>
          <a:endParaRPr lang="en-US" sz="1900" b="1" dirty="0"/>
        </a:p>
      </dgm:t>
    </dgm:pt>
    <dgm:pt modelId="{8F01F54E-52FF-4CC6-9493-9A74A5B2C752}" type="parTrans" cxnId="{2EE50733-CA32-422E-A072-0AFF27931875}">
      <dgm:prSet/>
      <dgm:spPr/>
      <dgm:t>
        <a:bodyPr/>
        <a:lstStyle/>
        <a:p>
          <a:endParaRPr lang="en-US"/>
        </a:p>
      </dgm:t>
    </dgm:pt>
    <dgm:pt modelId="{EB98A19E-1519-48D3-B923-1C3C338623AF}" type="sibTrans" cxnId="{2EE50733-CA32-422E-A072-0AFF27931875}">
      <dgm:prSet/>
      <dgm:spPr/>
      <dgm:t>
        <a:bodyPr/>
        <a:lstStyle/>
        <a:p>
          <a:endParaRPr lang="en-US"/>
        </a:p>
      </dgm:t>
    </dgm:pt>
    <dgm:pt modelId="{9EE958BB-7B45-4989-BFCA-37915F8E0752}">
      <dgm:prSet custT="1"/>
      <dgm:spPr/>
      <dgm:t>
        <a:bodyPr/>
        <a:lstStyle/>
        <a:p>
          <a:r>
            <a:rPr lang="ar-MA" sz="1900" b="1"/>
            <a:t>"وَلَقَدْ نَصَرَكُمُ اللَّهُ بِبَدْرٍ وَأَنتُمْ أَذِلَّةٌ فَاتَّقُوا اللَّهَ لَعَلَّكُمْ تَشْكُرُونَ" (آل عمران: 123)</a:t>
          </a:r>
          <a:endParaRPr lang="en-US" sz="1900" b="1"/>
        </a:p>
      </dgm:t>
    </dgm:pt>
    <dgm:pt modelId="{104C08E3-0A79-48CB-B3D2-FEBE3D64DF4B}" type="parTrans" cxnId="{0081BB35-A532-46CF-AABA-37CF7924AC2E}">
      <dgm:prSet/>
      <dgm:spPr/>
      <dgm:t>
        <a:bodyPr/>
        <a:lstStyle/>
        <a:p>
          <a:endParaRPr lang="en-US"/>
        </a:p>
      </dgm:t>
    </dgm:pt>
    <dgm:pt modelId="{D70CAE37-9801-47E2-BBCB-CB1C3363E31C}" type="sibTrans" cxnId="{0081BB35-A532-46CF-AABA-37CF7924AC2E}">
      <dgm:prSet/>
      <dgm:spPr/>
      <dgm:t>
        <a:bodyPr/>
        <a:lstStyle/>
        <a:p>
          <a:endParaRPr lang="en-US"/>
        </a:p>
      </dgm:t>
    </dgm:pt>
    <dgm:pt modelId="{21C54538-961C-4FCC-B92E-7217CBC762A9}">
      <dgm:prSe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ar-MA" sz="1900" b="1" dirty="0"/>
            <a:t>الآيات القرآنية عن بدر:</a:t>
          </a:r>
          <a:endParaRPr lang="en-US" sz="1900" b="1" dirty="0"/>
        </a:p>
        <a:p>
          <a:pPr marL="0" lvl="0" defTabSz="844550">
            <a:lnSpc>
              <a:spcPct val="90000"/>
            </a:lnSpc>
            <a:spcBef>
              <a:spcPct val="0"/>
            </a:spcBef>
            <a:spcAft>
              <a:spcPct val="35000"/>
            </a:spcAft>
            <a:buNone/>
          </a:pPr>
          <a:endParaRPr lang="en-US" sz="1900" b="1" dirty="0"/>
        </a:p>
      </dgm:t>
    </dgm:pt>
    <dgm:pt modelId="{5F172364-51F1-4BED-BB56-872BD8D8C632}" type="parTrans" cxnId="{3C3BB7B3-ECE3-42FB-BD5A-ABBEB978B061}">
      <dgm:prSet/>
      <dgm:spPr/>
      <dgm:t>
        <a:bodyPr/>
        <a:lstStyle/>
        <a:p>
          <a:endParaRPr lang="en-US"/>
        </a:p>
      </dgm:t>
    </dgm:pt>
    <dgm:pt modelId="{6328A7DC-8763-4B1F-959A-2A641E9F8EF8}" type="sibTrans" cxnId="{3C3BB7B3-ECE3-42FB-BD5A-ABBEB978B061}">
      <dgm:prSet/>
      <dgm:spPr/>
      <dgm:t>
        <a:bodyPr/>
        <a:lstStyle/>
        <a:p>
          <a:endParaRPr lang="en-US"/>
        </a:p>
      </dgm:t>
    </dgm:pt>
    <dgm:pt modelId="{7AF56973-EA82-4C67-8F52-6AC3EA4AD302}">
      <dgm:prSet custT="1"/>
      <dgm:spPr/>
      <dgm:t>
        <a:bodyPr/>
        <a:lstStyle/>
        <a:p>
          <a:r>
            <a:rPr lang="ar-MA" sz="1900" b="1" dirty="0"/>
            <a:t>الاستعانة بالله قبل وخلال المعركة مع الأخذ بالأسباب المادية</a:t>
          </a:r>
          <a:endParaRPr lang="en-US" sz="1900" b="1" dirty="0"/>
        </a:p>
      </dgm:t>
    </dgm:pt>
    <dgm:pt modelId="{B531027B-5976-40EA-97F9-7B06943DF515}" type="parTrans" cxnId="{9A11A9DB-EE7B-4C0C-AC0B-6B06AD5F1208}">
      <dgm:prSet/>
      <dgm:spPr/>
      <dgm:t>
        <a:bodyPr/>
        <a:lstStyle/>
        <a:p>
          <a:endParaRPr lang="en-US"/>
        </a:p>
      </dgm:t>
    </dgm:pt>
    <dgm:pt modelId="{1D56C904-34FC-4E4E-ACA1-7F594BCE16FA}" type="sibTrans" cxnId="{9A11A9DB-EE7B-4C0C-AC0B-6B06AD5F1208}">
      <dgm:prSet/>
      <dgm:spPr/>
      <dgm:t>
        <a:bodyPr/>
        <a:lstStyle/>
        <a:p>
          <a:endParaRPr lang="en-US"/>
        </a:p>
      </dgm:t>
    </dgm:pt>
    <dgm:pt modelId="{C4EF1D9E-F43C-4B8C-97B8-F23F5917A35C}">
      <dgm:prSet custT="1"/>
      <dgm:spPr/>
      <dgm:t>
        <a:bodyPr/>
        <a:lstStyle/>
        <a:p>
          <a:r>
            <a:rPr lang="ar-MA" sz="1900" b="1"/>
            <a:t>اليقين الكامل بنصر الله رغم صعوبة الموقف وقلة العدد والعتاد</a:t>
          </a:r>
          <a:endParaRPr lang="en-US" sz="1900" b="1"/>
        </a:p>
      </dgm:t>
    </dgm:pt>
    <dgm:pt modelId="{348339A6-D8A3-411D-96F4-B4DBDB277ED5}" type="parTrans" cxnId="{BADCA7FA-EEB7-4997-9AAE-F80B4847523F}">
      <dgm:prSet/>
      <dgm:spPr/>
      <dgm:t>
        <a:bodyPr/>
        <a:lstStyle/>
        <a:p>
          <a:endParaRPr lang="en-US"/>
        </a:p>
      </dgm:t>
    </dgm:pt>
    <dgm:pt modelId="{8CF524BE-3AB3-4591-A801-3266B96F22AC}" type="sibTrans" cxnId="{BADCA7FA-EEB7-4997-9AAE-F80B4847523F}">
      <dgm:prSet/>
      <dgm:spPr/>
      <dgm:t>
        <a:bodyPr/>
        <a:lstStyle/>
        <a:p>
          <a:endParaRPr lang="en-US"/>
        </a:p>
      </dgm:t>
    </dgm:pt>
    <dgm:pt modelId="{0A47D44F-B501-42FC-9836-15D8D091AC06}">
      <dgm:prSet custT="1"/>
      <dgm:spPr/>
      <dgm:t>
        <a:bodyPr/>
        <a:lstStyle/>
        <a:p>
          <a:r>
            <a:rPr lang="ar-MA" sz="1900" b="1" dirty="0"/>
            <a:t>تثبيت الملائكة للمؤمنين وقتالهم معهم</a:t>
          </a:r>
          <a:endParaRPr lang="en-US" sz="1900" b="1" dirty="0"/>
        </a:p>
      </dgm:t>
    </dgm:pt>
    <dgm:pt modelId="{CF29DF67-5E62-4099-867D-243AD01F6D70}" type="parTrans" cxnId="{054B2BF7-8C19-4726-AC0B-023C4E071C73}">
      <dgm:prSet/>
      <dgm:spPr/>
      <dgm:t>
        <a:bodyPr/>
        <a:lstStyle/>
        <a:p>
          <a:endParaRPr lang="en-US"/>
        </a:p>
      </dgm:t>
    </dgm:pt>
    <dgm:pt modelId="{D85965C0-8968-4A14-B360-0E73BB1FE0EC}" type="sibTrans" cxnId="{054B2BF7-8C19-4726-AC0B-023C4E071C73}">
      <dgm:prSet/>
      <dgm:spPr/>
      <dgm:t>
        <a:bodyPr/>
        <a:lstStyle/>
        <a:p>
          <a:endParaRPr lang="en-US"/>
        </a:p>
      </dgm:t>
    </dgm:pt>
    <dgm:pt modelId="{1F93EDBA-2E39-449F-A0BA-2A6D2D48B851}">
      <dgm:prSe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ar-MA" sz="1900" b="1" dirty="0"/>
            <a:t>الثقة بوعد الله:</a:t>
          </a:r>
          <a:endParaRPr lang="en-US" sz="1900" b="1" dirty="0"/>
        </a:p>
        <a:p>
          <a:pPr marL="0" lvl="0" defTabSz="844550">
            <a:lnSpc>
              <a:spcPct val="90000"/>
            </a:lnSpc>
            <a:spcBef>
              <a:spcPct val="0"/>
            </a:spcBef>
            <a:spcAft>
              <a:spcPct val="35000"/>
            </a:spcAft>
            <a:buNone/>
          </a:pPr>
          <a:endParaRPr lang="en-US" sz="1900" b="1" dirty="0"/>
        </a:p>
      </dgm:t>
    </dgm:pt>
    <dgm:pt modelId="{4FD57A63-4013-4701-AB39-3C189150D5ED}" type="parTrans" cxnId="{911C337D-86D6-4E9A-9DF0-39556B398734}">
      <dgm:prSet/>
      <dgm:spPr/>
      <dgm:t>
        <a:bodyPr/>
        <a:lstStyle/>
        <a:p>
          <a:endParaRPr lang="en-US"/>
        </a:p>
      </dgm:t>
    </dgm:pt>
    <dgm:pt modelId="{627A335C-144F-4C4F-8BD5-7F669A3B7898}" type="sibTrans" cxnId="{911C337D-86D6-4E9A-9DF0-39556B398734}">
      <dgm:prSet/>
      <dgm:spPr/>
      <dgm:t>
        <a:bodyPr/>
        <a:lstStyle/>
        <a:p>
          <a:endParaRPr lang="en-US"/>
        </a:p>
      </dgm:t>
    </dgm:pt>
    <dgm:pt modelId="{CF9BBF14-8BB5-48CB-960E-451CC58DC6E7}" type="pres">
      <dgm:prSet presAssocID="{3CF77B18-CE04-4BCB-BECB-56A0C4A8E50B}" presName="diagram" presStyleCnt="0">
        <dgm:presLayoutVars>
          <dgm:dir/>
          <dgm:resizeHandles val="exact"/>
        </dgm:presLayoutVars>
      </dgm:prSet>
      <dgm:spPr/>
    </dgm:pt>
    <dgm:pt modelId="{79C7033F-EC72-4E79-B907-5E1AAFEB9258}" type="pres">
      <dgm:prSet presAssocID="{39DFF4BF-91EF-4A37-8077-C7BEF9CB2467}" presName="node" presStyleLbl="node1" presStyleIdx="0" presStyleCnt="12" custScaleY="114755">
        <dgm:presLayoutVars>
          <dgm:bulletEnabled val="1"/>
        </dgm:presLayoutVars>
      </dgm:prSet>
      <dgm:spPr/>
    </dgm:pt>
    <dgm:pt modelId="{C9FC89D9-EF79-4083-87DA-400607B20CD4}" type="pres">
      <dgm:prSet presAssocID="{7AC69FFC-90B1-4F28-9898-C14A16182324}" presName="sibTrans" presStyleCnt="0"/>
      <dgm:spPr/>
    </dgm:pt>
    <dgm:pt modelId="{6A403A85-EBDD-4C37-B5B8-4553123E36DE}" type="pres">
      <dgm:prSet presAssocID="{C31419F1-DB5D-40C4-B762-B6F74E6A3D18}" presName="node" presStyleLbl="node1" presStyleIdx="1" presStyleCnt="12" custScaleY="114755">
        <dgm:presLayoutVars>
          <dgm:bulletEnabled val="1"/>
        </dgm:presLayoutVars>
      </dgm:prSet>
      <dgm:spPr/>
    </dgm:pt>
    <dgm:pt modelId="{C64FF2E6-7E7D-4B9D-B7F9-BFD60D321021}" type="pres">
      <dgm:prSet presAssocID="{6EA6E80D-88A5-45A8-8BB7-EFC98589671D}" presName="sibTrans" presStyleCnt="0"/>
      <dgm:spPr/>
    </dgm:pt>
    <dgm:pt modelId="{625D607A-C69E-4DBF-A41A-DB8262739CA7}" type="pres">
      <dgm:prSet presAssocID="{1D6E8966-A203-4303-8445-1A39D75C5183}" presName="node" presStyleLbl="node1" presStyleIdx="2" presStyleCnt="12" custScaleY="114755">
        <dgm:presLayoutVars>
          <dgm:bulletEnabled val="1"/>
        </dgm:presLayoutVars>
      </dgm:prSet>
      <dgm:spPr/>
    </dgm:pt>
    <dgm:pt modelId="{A7923676-1090-4DB5-B0E2-24DB81BCEBEE}" type="pres">
      <dgm:prSet presAssocID="{58C7A193-BEC2-4629-85F2-A8F3F563E851}" presName="sibTrans" presStyleCnt="0"/>
      <dgm:spPr/>
    </dgm:pt>
    <dgm:pt modelId="{4A07C393-5A55-48C9-BD5D-736FAA64A4A3}" type="pres">
      <dgm:prSet presAssocID="{747CCA99-AAB6-44EC-9827-2DC189EF6896}" presName="node" presStyleLbl="node1" presStyleIdx="3" presStyleCnt="12" custScaleY="114755">
        <dgm:presLayoutVars>
          <dgm:bulletEnabled val="1"/>
        </dgm:presLayoutVars>
      </dgm:prSet>
      <dgm:spPr/>
    </dgm:pt>
    <dgm:pt modelId="{E6C51F38-1716-4E8C-B3FA-96444890C36A}" type="pres">
      <dgm:prSet presAssocID="{6A0023C0-BE70-4AA1-A52C-633988D2AC7C}" presName="sibTrans" presStyleCnt="0"/>
      <dgm:spPr/>
    </dgm:pt>
    <dgm:pt modelId="{094F2DBB-1592-4461-A4BF-8FCC9A8443AF}" type="pres">
      <dgm:prSet presAssocID="{A33C6490-A71E-4FF7-8C07-54445362FAE8}" presName="node" presStyleLbl="node1" presStyleIdx="4" presStyleCnt="12" custScaleY="114755">
        <dgm:presLayoutVars>
          <dgm:bulletEnabled val="1"/>
        </dgm:presLayoutVars>
      </dgm:prSet>
      <dgm:spPr/>
    </dgm:pt>
    <dgm:pt modelId="{C18A114C-5BE1-4E84-A0AF-2A0AA573786A}" type="pres">
      <dgm:prSet presAssocID="{49A332E8-53C1-4682-B5EA-4E03A0381183}" presName="sibTrans" presStyleCnt="0"/>
      <dgm:spPr/>
    </dgm:pt>
    <dgm:pt modelId="{A2E88C2C-F546-4D51-93BA-8425D386BA08}" type="pres">
      <dgm:prSet presAssocID="{095C8D9A-731C-4E10-B35D-A2267832A8F4}" presName="node" presStyleLbl="node1" presStyleIdx="5" presStyleCnt="12" custScaleY="114755">
        <dgm:presLayoutVars>
          <dgm:bulletEnabled val="1"/>
        </dgm:presLayoutVars>
      </dgm:prSet>
      <dgm:spPr/>
    </dgm:pt>
    <dgm:pt modelId="{1B2223E3-D53A-4810-92C3-D4DC26CAD181}" type="pres">
      <dgm:prSet presAssocID="{EB98A19E-1519-48D3-B923-1C3C338623AF}" presName="sibTrans" presStyleCnt="0"/>
      <dgm:spPr/>
    </dgm:pt>
    <dgm:pt modelId="{D430726C-DC6E-423B-9F8C-1F5DB5AD21A5}" type="pres">
      <dgm:prSet presAssocID="{9EE958BB-7B45-4989-BFCA-37915F8E0752}" presName="node" presStyleLbl="node1" presStyleIdx="6" presStyleCnt="12" custScaleY="114755">
        <dgm:presLayoutVars>
          <dgm:bulletEnabled val="1"/>
        </dgm:presLayoutVars>
      </dgm:prSet>
      <dgm:spPr/>
    </dgm:pt>
    <dgm:pt modelId="{6356E762-B876-4280-84D1-1EBFFBB6C995}" type="pres">
      <dgm:prSet presAssocID="{D70CAE37-9801-47E2-BBCB-CB1C3363E31C}" presName="sibTrans" presStyleCnt="0"/>
      <dgm:spPr/>
    </dgm:pt>
    <dgm:pt modelId="{38DB8BDB-0E4D-4A54-A8A8-3CB2E79BF5E2}" type="pres">
      <dgm:prSet presAssocID="{21C54538-961C-4FCC-B92E-7217CBC762A9}" presName="node" presStyleLbl="node1" presStyleIdx="7" presStyleCnt="12" custScaleY="114755">
        <dgm:presLayoutVars>
          <dgm:bulletEnabled val="1"/>
        </dgm:presLayoutVars>
      </dgm:prSet>
      <dgm:spPr/>
    </dgm:pt>
    <dgm:pt modelId="{873FF5E2-9127-4CEE-B23E-08675C8EED2D}" type="pres">
      <dgm:prSet presAssocID="{6328A7DC-8763-4B1F-959A-2A641E9F8EF8}" presName="sibTrans" presStyleCnt="0"/>
      <dgm:spPr/>
    </dgm:pt>
    <dgm:pt modelId="{AF9C952B-2D1E-45C7-A63A-39705C3E1462}" type="pres">
      <dgm:prSet presAssocID="{7AF56973-EA82-4C67-8F52-6AC3EA4AD302}" presName="node" presStyleLbl="node1" presStyleIdx="8" presStyleCnt="12" custScaleY="114755">
        <dgm:presLayoutVars>
          <dgm:bulletEnabled val="1"/>
        </dgm:presLayoutVars>
      </dgm:prSet>
      <dgm:spPr/>
    </dgm:pt>
    <dgm:pt modelId="{0588C0FE-08A5-4820-9C16-3EB1F50109E4}" type="pres">
      <dgm:prSet presAssocID="{1D56C904-34FC-4E4E-ACA1-7F594BCE16FA}" presName="sibTrans" presStyleCnt="0"/>
      <dgm:spPr/>
    </dgm:pt>
    <dgm:pt modelId="{26BCC8DC-9252-4C6F-846C-2A8C5ACB1E70}" type="pres">
      <dgm:prSet presAssocID="{C4EF1D9E-F43C-4B8C-97B8-F23F5917A35C}" presName="node" presStyleLbl="node1" presStyleIdx="9" presStyleCnt="12" custScaleY="114755">
        <dgm:presLayoutVars>
          <dgm:bulletEnabled val="1"/>
        </dgm:presLayoutVars>
      </dgm:prSet>
      <dgm:spPr/>
    </dgm:pt>
    <dgm:pt modelId="{0510CADB-0935-4BF5-83FA-5E03A799B187}" type="pres">
      <dgm:prSet presAssocID="{8CF524BE-3AB3-4591-A801-3266B96F22AC}" presName="sibTrans" presStyleCnt="0"/>
      <dgm:spPr/>
    </dgm:pt>
    <dgm:pt modelId="{66146BE0-E480-44EB-AC43-0A0CCB31E10A}" type="pres">
      <dgm:prSet presAssocID="{0A47D44F-B501-42FC-9836-15D8D091AC06}" presName="node" presStyleLbl="node1" presStyleIdx="10" presStyleCnt="12" custScaleY="114755">
        <dgm:presLayoutVars>
          <dgm:bulletEnabled val="1"/>
        </dgm:presLayoutVars>
      </dgm:prSet>
      <dgm:spPr/>
    </dgm:pt>
    <dgm:pt modelId="{456D564D-6079-496F-A8FC-2E3AF6AE3FF4}" type="pres">
      <dgm:prSet presAssocID="{D85965C0-8968-4A14-B360-0E73BB1FE0EC}" presName="sibTrans" presStyleCnt="0"/>
      <dgm:spPr/>
    </dgm:pt>
    <dgm:pt modelId="{6C927A82-3350-4017-9E19-FCCFF64D614B}" type="pres">
      <dgm:prSet presAssocID="{1F93EDBA-2E39-449F-A0BA-2A6D2D48B851}" presName="node" presStyleLbl="node1" presStyleIdx="11" presStyleCnt="12" custScaleY="114755">
        <dgm:presLayoutVars>
          <dgm:bulletEnabled val="1"/>
        </dgm:presLayoutVars>
      </dgm:prSet>
      <dgm:spPr/>
    </dgm:pt>
  </dgm:ptLst>
  <dgm:cxnLst>
    <dgm:cxn modelId="{63EB6013-1B29-4B06-9A3D-6CF0369492E9}" type="presOf" srcId="{1F93EDBA-2E39-449F-A0BA-2A6D2D48B851}" destId="{6C927A82-3350-4017-9E19-FCCFF64D614B}" srcOrd="0" destOrd="0" presId="urn:microsoft.com/office/officeart/2005/8/layout/default"/>
    <dgm:cxn modelId="{FA98571A-1DAB-4439-9B47-882A6E7EEBCB}" type="presOf" srcId="{7AF56973-EA82-4C67-8F52-6AC3EA4AD302}" destId="{AF9C952B-2D1E-45C7-A63A-39705C3E1462}" srcOrd="0" destOrd="0" presId="urn:microsoft.com/office/officeart/2005/8/layout/default"/>
    <dgm:cxn modelId="{A60A7D2E-C4E4-4DB1-B747-B205109516E2}" srcId="{3CF77B18-CE04-4BCB-BECB-56A0C4A8E50B}" destId="{A33C6490-A71E-4FF7-8C07-54445362FAE8}" srcOrd="4" destOrd="0" parTransId="{124376BC-2C38-478F-98BD-3BB9912D4F7C}" sibTransId="{49A332E8-53C1-4682-B5EA-4E03A0381183}"/>
    <dgm:cxn modelId="{2EE50733-CA32-422E-A072-0AFF27931875}" srcId="{3CF77B18-CE04-4BCB-BECB-56A0C4A8E50B}" destId="{095C8D9A-731C-4E10-B35D-A2267832A8F4}" srcOrd="5" destOrd="0" parTransId="{8F01F54E-52FF-4CC6-9493-9A74A5B2C752}" sibTransId="{EB98A19E-1519-48D3-B923-1C3C338623AF}"/>
    <dgm:cxn modelId="{D55CAD35-D270-476D-BC4E-CC747347E48B}" type="presOf" srcId="{21C54538-961C-4FCC-B92E-7217CBC762A9}" destId="{38DB8BDB-0E4D-4A54-A8A8-3CB2E79BF5E2}" srcOrd="0" destOrd="0" presId="urn:microsoft.com/office/officeart/2005/8/layout/default"/>
    <dgm:cxn modelId="{0081BB35-A532-46CF-AABA-37CF7924AC2E}" srcId="{3CF77B18-CE04-4BCB-BECB-56A0C4A8E50B}" destId="{9EE958BB-7B45-4989-BFCA-37915F8E0752}" srcOrd="6" destOrd="0" parTransId="{104C08E3-0A79-48CB-B3D2-FEBE3D64DF4B}" sibTransId="{D70CAE37-9801-47E2-BBCB-CB1C3363E31C}"/>
    <dgm:cxn modelId="{3969E85F-60C5-478E-A6B1-947B62861DAB}" srcId="{3CF77B18-CE04-4BCB-BECB-56A0C4A8E50B}" destId="{1D6E8966-A203-4303-8445-1A39D75C5183}" srcOrd="2" destOrd="0" parTransId="{393E21B3-C72E-40E6-B42B-F40865C9B15E}" sibTransId="{58C7A193-BEC2-4629-85F2-A8F3F563E851}"/>
    <dgm:cxn modelId="{EC443646-67FA-48C1-A0B0-83F3F6A8DB32}" type="presOf" srcId="{C31419F1-DB5D-40C4-B762-B6F74E6A3D18}" destId="{6A403A85-EBDD-4C37-B5B8-4553123E36DE}" srcOrd="0" destOrd="0" presId="urn:microsoft.com/office/officeart/2005/8/layout/default"/>
    <dgm:cxn modelId="{6B356D68-257E-4907-A142-445A1D60009E}" srcId="{3CF77B18-CE04-4BCB-BECB-56A0C4A8E50B}" destId="{39DFF4BF-91EF-4A37-8077-C7BEF9CB2467}" srcOrd="0" destOrd="0" parTransId="{5EEE14C0-9667-4412-B746-D4BF83C6DC62}" sibTransId="{7AC69FFC-90B1-4F28-9898-C14A16182324}"/>
    <dgm:cxn modelId="{564D374B-3F2D-421C-8941-560492BF2CC1}" type="presOf" srcId="{1D6E8966-A203-4303-8445-1A39D75C5183}" destId="{625D607A-C69E-4DBF-A41A-DB8262739CA7}" srcOrd="0" destOrd="0" presId="urn:microsoft.com/office/officeart/2005/8/layout/default"/>
    <dgm:cxn modelId="{5BF5F76F-81E5-416B-8FF7-F95D04D61038}" type="presOf" srcId="{747CCA99-AAB6-44EC-9827-2DC189EF6896}" destId="{4A07C393-5A55-48C9-BD5D-736FAA64A4A3}" srcOrd="0" destOrd="0" presId="urn:microsoft.com/office/officeart/2005/8/layout/default"/>
    <dgm:cxn modelId="{AAB18071-D2C5-495E-B237-DE2C651FD28B}" type="presOf" srcId="{0A47D44F-B501-42FC-9836-15D8D091AC06}" destId="{66146BE0-E480-44EB-AC43-0A0CCB31E10A}" srcOrd="0" destOrd="0" presId="urn:microsoft.com/office/officeart/2005/8/layout/default"/>
    <dgm:cxn modelId="{6DC99977-1E22-4A15-BA1C-77EFE1671EAD}" srcId="{3CF77B18-CE04-4BCB-BECB-56A0C4A8E50B}" destId="{747CCA99-AAB6-44EC-9827-2DC189EF6896}" srcOrd="3" destOrd="0" parTransId="{4206D1AE-3549-425B-914F-EB3D4FAD2FB8}" sibTransId="{6A0023C0-BE70-4AA1-A52C-633988D2AC7C}"/>
    <dgm:cxn modelId="{01758D7C-E7C3-48E2-BD98-9DAD1A24A74C}" type="presOf" srcId="{C4EF1D9E-F43C-4B8C-97B8-F23F5917A35C}" destId="{26BCC8DC-9252-4C6F-846C-2A8C5ACB1E70}" srcOrd="0" destOrd="0" presId="urn:microsoft.com/office/officeart/2005/8/layout/default"/>
    <dgm:cxn modelId="{911C337D-86D6-4E9A-9DF0-39556B398734}" srcId="{3CF77B18-CE04-4BCB-BECB-56A0C4A8E50B}" destId="{1F93EDBA-2E39-449F-A0BA-2A6D2D48B851}" srcOrd="11" destOrd="0" parTransId="{4FD57A63-4013-4701-AB39-3C189150D5ED}" sibTransId="{627A335C-144F-4C4F-8BD5-7F669A3B7898}"/>
    <dgm:cxn modelId="{478A9C89-742B-4725-A7A3-40843EE5CE95}" type="presOf" srcId="{A33C6490-A71E-4FF7-8C07-54445362FAE8}" destId="{094F2DBB-1592-4461-A4BF-8FCC9A8443AF}" srcOrd="0" destOrd="0" presId="urn:microsoft.com/office/officeart/2005/8/layout/default"/>
    <dgm:cxn modelId="{49215392-BC83-41E8-B5C5-DEA5F297B97D}" type="presOf" srcId="{3CF77B18-CE04-4BCB-BECB-56A0C4A8E50B}" destId="{CF9BBF14-8BB5-48CB-960E-451CC58DC6E7}" srcOrd="0" destOrd="0" presId="urn:microsoft.com/office/officeart/2005/8/layout/default"/>
    <dgm:cxn modelId="{4839F2AA-6E93-4F74-ACCE-239820934E13}" srcId="{3CF77B18-CE04-4BCB-BECB-56A0C4A8E50B}" destId="{C31419F1-DB5D-40C4-B762-B6F74E6A3D18}" srcOrd="1" destOrd="0" parTransId="{7B7E36DA-FAF7-4DE0-83E4-C8FBA2A1E96E}" sibTransId="{6EA6E80D-88A5-45A8-8BB7-EFC98589671D}"/>
    <dgm:cxn modelId="{3C3BB7B3-ECE3-42FB-BD5A-ABBEB978B061}" srcId="{3CF77B18-CE04-4BCB-BECB-56A0C4A8E50B}" destId="{21C54538-961C-4FCC-B92E-7217CBC762A9}" srcOrd="7" destOrd="0" parTransId="{5F172364-51F1-4BED-BB56-872BD8D8C632}" sibTransId="{6328A7DC-8763-4B1F-959A-2A641E9F8EF8}"/>
    <dgm:cxn modelId="{E9D077B8-3729-4783-A031-7C92688C124D}" type="presOf" srcId="{39DFF4BF-91EF-4A37-8077-C7BEF9CB2467}" destId="{79C7033F-EC72-4E79-B907-5E1AAFEB9258}" srcOrd="0" destOrd="0" presId="urn:microsoft.com/office/officeart/2005/8/layout/default"/>
    <dgm:cxn modelId="{8CDA38C9-136A-4753-9570-0539FB29A80E}" type="presOf" srcId="{095C8D9A-731C-4E10-B35D-A2267832A8F4}" destId="{A2E88C2C-F546-4D51-93BA-8425D386BA08}" srcOrd="0" destOrd="0" presId="urn:microsoft.com/office/officeart/2005/8/layout/default"/>
    <dgm:cxn modelId="{9A11A9DB-EE7B-4C0C-AC0B-6B06AD5F1208}" srcId="{3CF77B18-CE04-4BCB-BECB-56A0C4A8E50B}" destId="{7AF56973-EA82-4C67-8F52-6AC3EA4AD302}" srcOrd="8" destOrd="0" parTransId="{B531027B-5976-40EA-97F9-7B06943DF515}" sibTransId="{1D56C904-34FC-4E4E-ACA1-7F594BCE16FA}"/>
    <dgm:cxn modelId="{054B2BF7-8C19-4726-AC0B-023C4E071C73}" srcId="{3CF77B18-CE04-4BCB-BECB-56A0C4A8E50B}" destId="{0A47D44F-B501-42FC-9836-15D8D091AC06}" srcOrd="10" destOrd="0" parTransId="{CF29DF67-5E62-4099-867D-243AD01F6D70}" sibTransId="{D85965C0-8968-4A14-B360-0E73BB1FE0EC}"/>
    <dgm:cxn modelId="{BADCA7FA-EEB7-4997-9AAE-F80B4847523F}" srcId="{3CF77B18-CE04-4BCB-BECB-56A0C4A8E50B}" destId="{C4EF1D9E-F43C-4B8C-97B8-F23F5917A35C}" srcOrd="9" destOrd="0" parTransId="{348339A6-D8A3-411D-96F4-B4DBDB277ED5}" sibTransId="{8CF524BE-3AB3-4591-A801-3266B96F22AC}"/>
    <dgm:cxn modelId="{7F2849FC-F0D8-47C2-B0CC-6EC571B16BFA}" type="presOf" srcId="{9EE958BB-7B45-4989-BFCA-37915F8E0752}" destId="{D430726C-DC6E-423B-9F8C-1F5DB5AD21A5}" srcOrd="0" destOrd="0" presId="urn:microsoft.com/office/officeart/2005/8/layout/default"/>
    <dgm:cxn modelId="{8BEEDBB1-0A38-4ED1-8ABF-BB8472344237}" type="presParOf" srcId="{CF9BBF14-8BB5-48CB-960E-451CC58DC6E7}" destId="{79C7033F-EC72-4E79-B907-5E1AAFEB9258}" srcOrd="0" destOrd="0" presId="urn:microsoft.com/office/officeart/2005/8/layout/default"/>
    <dgm:cxn modelId="{6094D465-F32C-4288-B0A0-53F3B26822D4}" type="presParOf" srcId="{CF9BBF14-8BB5-48CB-960E-451CC58DC6E7}" destId="{C9FC89D9-EF79-4083-87DA-400607B20CD4}" srcOrd="1" destOrd="0" presId="urn:microsoft.com/office/officeart/2005/8/layout/default"/>
    <dgm:cxn modelId="{4E8A6263-D883-4E3D-AEF8-2EBA847477CF}" type="presParOf" srcId="{CF9BBF14-8BB5-48CB-960E-451CC58DC6E7}" destId="{6A403A85-EBDD-4C37-B5B8-4553123E36DE}" srcOrd="2" destOrd="0" presId="urn:microsoft.com/office/officeart/2005/8/layout/default"/>
    <dgm:cxn modelId="{9527C092-879C-4AED-BF1C-9A074BCC1FE9}" type="presParOf" srcId="{CF9BBF14-8BB5-48CB-960E-451CC58DC6E7}" destId="{C64FF2E6-7E7D-4B9D-B7F9-BFD60D321021}" srcOrd="3" destOrd="0" presId="urn:microsoft.com/office/officeart/2005/8/layout/default"/>
    <dgm:cxn modelId="{40070522-4327-49EE-8740-F56EB91A6A7E}" type="presParOf" srcId="{CF9BBF14-8BB5-48CB-960E-451CC58DC6E7}" destId="{625D607A-C69E-4DBF-A41A-DB8262739CA7}" srcOrd="4" destOrd="0" presId="urn:microsoft.com/office/officeart/2005/8/layout/default"/>
    <dgm:cxn modelId="{B69D2962-A90C-4F62-86EE-83B992DEBAA1}" type="presParOf" srcId="{CF9BBF14-8BB5-48CB-960E-451CC58DC6E7}" destId="{A7923676-1090-4DB5-B0E2-24DB81BCEBEE}" srcOrd="5" destOrd="0" presId="urn:microsoft.com/office/officeart/2005/8/layout/default"/>
    <dgm:cxn modelId="{02AA6741-E1B4-4615-B348-7CD6DE51E219}" type="presParOf" srcId="{CF9BBF14-8BB5-48CB-960E-451CC58DC6E7}" destId="{4A07C393-5A55-48C9-BD5D-736FAA64A4A3}" srcOrd="6" destOrd="0" presId="urn:microsoft.com/office/officeart/2005/8/layout/default"/>
    <dgm:cxn modelId="{3CDDAE21-8D7F-4C87-917E-1A63C7CA13EB}" type="presParOf" srcId="{CF9BBF14-8BB5-48CB-960E-451CC58DC6E7}" destId="{E6C51F38-1716-4E8C-B3FA-96444890C36A}" srcOrd="7" destOrd="0" presId="urn:microsoft.com/office/officeart/2005/8/layout/default"/>
    <dgm:cxn modelId="{832613AE-4270-4A8C-A224-0A5EE7B2844B}" type="presParOf" srcId="{CF9BBF14-8BB5-48CB-960E-451CC58DC6E7}" destId="{094F2DBB-1592-4461-A4BF-8FCC9A8443AF}" srcOrd="8" destOrd="0" presId="urn:microsoft.com/office/officeart/2005/8/layout/default"/>
    <dgm:cxn modelId="{273A685B-7ADD-41D0-888A-8E1DD525F0F6}" type="presParOf" srcId="{CF9BBF14-8BB5-48CB-960E-451CC58DC6E7}" destId="{C18A114C-5BE1-4E84-A0AF-2A0AA573786A}" srcOrd="9" destOrd="0" presId="urn:microsoft.com/office/officeart/2005/8/layout/default"/>
    <dgm:cxn modelId="{9D753399-391C-4003-B80F-BCEC86D57948}" type="presParOf" srcId="{CF9BBF14-8BB5-48CB-960E-451CC58DC6E7}" destId="{A2E88C2C-F546-4D51-93BA-8425D386BA08}" srcOrd="10" destOrd="0" presId="urn:microsoft.com/office/officeart/2005/8/layout/default"/>
    <dgm:cxn modelId="{15C9FC69-46B7-4744-A2B7-042E0770C802}" type="presParOf" srcId="{CF9BBF14-8BB5-48CB-960E-451CC58DC6E7}" destId="{1B2223E3-D53A-4810-92C3-D4DC26CAD181}" srcOrd="11" destOrd="0" presId="urn:microsoft.com/office/officeart/2005/8/layout/default"/>
    <dgm:cxn modelId="{38C800D5-8DB9-4F59-81BA-C4FA2C919A56}" type="presParOf" srcId="{CF9BBF14-8BB5-48CB-960E-451CC58DC6E7}" destId="{D430726C-DC6E-423B-9F8C-1F5DB5AD21A5}" srcOrd="12" destOrd="0" presId="urn:microsoft.com/office/officeart/2005/8/layout/default"/>
    <dgm:cxn modelId="{5A32F22E-F2D2-4C89-957D-E0B427C063F5}" type="presParOf" srcId="{CF9BBF14-8BB5-48CB-960E-451CC58DC6E7}" destId="{6356E762-B876-4280-84D1-1EBFFBB6C995}" srcOrd="13" destOrd="0" presId="urn:microsoft.com/office/officeart/2005/8/layout/default"/>
    <dgm:cxn modelId="{B0A2C5AB-B58B-457A-9A9F-BFE6E938C489}" type="presParOf" srcId="{CF9BBF14-8BB5-48CB-960E-451CC58DC6E7}" destId="{38DB8BDB-0E4D-4A54-A8A8-3CB2E79BF5E2}" srcOrd="14" destOrd="0" presId="urn:microsoft.com/office/officeart/2005/8/layout/default"/>
    <dgm:cxn modelId="{CEF0C6B0-0FD6-49C4-BFC4-8AD6F4A810E1}" type="presParOf" srcId="{CF9BBF14-8BB5-48CB-960E-451CC58DC6E7}" destId="{873FF5E2-9127-4CEE-B23E-08675C8EED2D}" srcOrd="15" destOrd="0" presId="urn:microsoft.com/office/officeart/2005/8/layout/default"/>
    <dgm:cxn modelId="{2C3FA4FA-5BD5-425F-BC15-BEA45115B8CE}" type="presParOf" srcId="{CF9BBF14-8BB5-48CB-960E-451CC58DC6E7}" destId="{AF9C952B-2D1E-45C7-A63A-39705C3E1462}" srcOrd="16" destOrd="0" presId="urn:microsoft.com/office/officeart/2005/8/layout/default"/>
    <dgm:cxn modelId="{F184A785-F8FA-477B-A844-EAC793C6FD08}" type="presParOf" srcId="{CF9BBF14-8BB5-48CB-960E-451CC58DC6E7}" destId="{0588C0FE-08A5-4820-9C16-3EB1F50109E4}" srcOrd="17" destOrd="0" presId="urn:microsoft.com/office/officeart/2005/8/layout/default"/>
    <dgm:cxn modelId="{FB1BAF75-233D-48B5-AB6B-11EC27D3362E}" type="presParOf" srcId="{CF9BBF14-8BB5-48CB-960E-451CC58DC6E7}" destId="{26BCC8DC-9252-4C6F-846C-2A8C5ACB1E70}" srcOrd="18" destOrd="0" presId="urn:microsoft.com/office/officeart/2005/8/layout/default"/>
    <dgm:cxn modelId="{BE881CDA-3E51-43F4-B8F0-64BA0F528669}" type="presParOf" srcId="{CF9BBF14-8BB5-48CB-960E-451CC58DC6E7}" destId="{0510CADB-0935-4BF5-83FA-5E03A799B187}" srcOrd="19" destOrd="0" presId="urn:microsoft.com/office/officeart/2005/8/layout/default"/>
    <dgm:cxn modelId="{705BB62D-BF3F-467C-B987-270730236173}" type="presParOf" srcId="{CF9BBF14-8BB5-48CB-960E-451CC58DC6E7}" destId="{66146BE0-E480-44EB-AC43-0A0CCB31E10A}" srcOrd="20" destOrd="0" presId="urn:microsoft.com/office/officeart/2005/8/layout/default"/>
    <dgm:cxn modelId="{202DF7BD-C416-4E11-AD98-6A2189C4357A}" type="presParOf" srcId="{CF9BBF14-8BB5-48CB-960E-451CC58DC6E7}" destId="{456D564D-6079-496F-A8FC-2E3AF6AE3FF4}" srcOrd="21" destOrd="0" presId="urn:microsoft.com/office/officeart/2005/8/layout/default"/>
    <dgm:cxn modelId="{63A8C0FD-C5B6-48A9-AC66-C5398E2B50E9}" type="presParOf" srcId="{CF9BBF14-8BB5-48CB-960E-451CC58DC6E7}" destId="{6C927A82-3350-4017-9E19-FCCFF64D614B}" srcOrd="2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232AC60-33C3-4B6D-8B20-E81B4A02BA99}" type="doc">
      <dgm:prSet loTypeId="urn:microsoft.com/office/officeart/2016/7/layout/RepeatingBendingProcessNew" loCatId="process" qsTypeId="urn:microsoft.com/office/officeart/2005/8/quickstyle/simple4" qsCatId="simple" csTypeId="urn:microsoft.com/office/officeart/2005/8/colors/colorful2" csCatId="colorful"/>
      <dgm:spPr/>
      <dgm:t>
        <a:bodyPr/>
        <a:lstStyle/>
        <a:p>
          <a:endParaRPr lang="en-US"/>
        </a:p>
      </dgm:t>
    </dgm:pt>
    <dgm:pt modelId="{58857C96-E0E1-4CFF-9CDB-27AA2FDD379B}">
      <dgm:prSet custT="1"/>
      <dgm:spPr/>
      <dgm:t>
        <a:bodyPr/>
        <a:lstStyle/>
        <a:p>
          <a:r>
            <a:rPr lang="ar-MA" sz="2000" b="1">
              <a:solidFill>
                <a:schemeClr val="tx1">
                  <a:lumMod val="75000"/>
                  <a:lumOff val="25000"/>
                </a:schemeClr>
              </a:solidFill>
            </a:rPr>
            <a:t>مواجهة التحديات:</a:t>
          </a:r>
          <a:endParaRPr lang="en-US" sz="2000" b="1">
            <a:solidFill>
              <a:schemeClr val="tx1">
                <a:lumMod val="75000"/>
                <a:lumOff val="25000"/>
              </a:schemeClr>
            </a:solidFill>
          </a:endParaRPr>
        </a:p>
      </dgm:t>
    </dgm:pt>
    <dgm:pt modelId="{6B5AAD26-01DC-4D4B-B1C9-2E21F4C97CAB}" type="parTrans" cxnId="{00ECCF67-3C80-431B-928F-36448739E52A}">
      <dgm:prSet/>
      <dgm:spPr/>
      <dgm:t>
        <a:bodyPr/>
        <a:lstStyle/>
        <a:p>
          <a:endParaRPr lang="en-US"/>
        </a:p>
      </dgm:t>
    </dgm:pt>
    <dgm:pt modelId="{58434BFA-739D-4F5C-8555-438C308BFDE2}" type="sibTrans" cxnId="{00ECCF67-3C80-431B-928F-36448739E52A}">
      <dgm:prSet/>
      <dgm:spPr/>
      <dgm:t>
        <a:bodyPr/>
        <a:lstStyle/>
        <a:p>
          <a:endParaRPr lang="en-US"/>
        </a:p>
      </dgm:t>
    </dgm:pt>
    <dgm:pt modelId="{997490B6-D476-43EB-9F94-5A502467D9DE}">
      <dgm:prSet custT="1"/>
      <dgm:spPr/>
      <dgm:t>
        <a:bodyPr/>
        <a:lstStyle/>
        <a:p>
          <a:r>
            <a:rPr lang="ar-MA" sz="2000" b="1" dirty="0">
              <a:solidFill>
                <a:schemeClr val="tx1">
                  <a:lumMod val="75000"/>
                  <a:lumOff val="25000"/>
                </a:schemeClr>
              </a:solidFill>
            </a:rPr>
            <a:t>الصبر والثبات عند الشدائد والأزمات</a:t>
          </a:r>
          <a:endParaRPr lang="en-US" sz="2000" b="1" dirty="0">
            <a:solidFill>
              <a:schemeClr val="tx1">
                <a:lumMod val="75000"/>
                <a:lumOff val="25000"/>
              </a:schemeClr>
            </a:solidFill>
          </a:endParaRPr>
        </a:p>
      </dgm:t>
    </dgm:pt>
    <dgm:pt modelId="{7EB0AF67-9FE6-40AC-8767-07F3AE8BC0AC}" type="parTrans" cxnId="{7B43C219-3482-45E2-96D9-F592BCA1620A}">
      <dgm:prSet/>
      <dgm:spPr/>
      <dgm:t>
        <a:bodyPr/>
        <a:lstStyle/>
        <a:p>
          <a:endParaRPr lang="en-US"/>
        </a:p>
      </dgm:t>
    </dgm:pt>
    <dgm:pt modelId="{1DE7F92D-A6D6-45B5-82C9-5B3C8D2CBD07}" type="sibTrans" cxnId="{7B43C219-3482-45E2-96D9-F592BCA1620A}">
      <dgm:prSet/>
      <dgm:spPr/>
      <dgm:t>
        <a:bodyPr/>
        <a:lstStyle/>
        <a:p>
          <a:endParaRPr lang="en-US"/>
        </a:p>
      </dgm:t>
    </dgm:pt>
    <dgm:pt modelId="{2D39CCF2-4727-483D-809D-575C2DA7E0A5}">
      <dgm:prSet custT="1"/>
      <dgm:spPr/>
      <dgm:t>
        <a:bodyPr/>
        <a:lstStyle/>
        <a:p>
          <a:r>
            <a:rPr lang="ar-MA" sz="2000" b="1">
              <a:solidFill>
                <a:schemeClr val="tx1">
                  <a:lumMod val="75000"/>
                  <a:lumOff val="25000"/>
                </a:schemeClr>
              </a:solidFill>
            </a:rPr>
            <a:t>عدم اليأس من روح الله مهما تعاظمت الصعوبات</a:t>
          </a:r>
          <a:endParaRPr lang="en-US" sz="2000" b="1">
            <a:solidFill>
              <a:schemeClr val="tx1">
                <a:lumMod val="75000"/>
                <a:lumOff val="25000"/>
              </a:schemeClr>
            </a:solidFill>
          </a:endParaRPr>
        </a:p>
      </dgm:t>
    </dgm:pt>
    <dgm:pt modelId="{A2585BF1-7B7B-4915-AD5F-507F80AF136E}" type="parTrans" cxnId="{FBD79F58-DCE0-41FC-AC84-BB73AEA57F37}">
      <dgm:prSet/>
      <dgm:spPr/>
      <dgm:t>
        <a:bodyPr/>
        <a:lstStyle/>
        <a:p>
          <a:endParaRPr lang="en-US"/>
        </a:p>
      </dgm:t>
    </dgm:pt>
    <dgm:pt modelId="{B9DC6382-0772-43E1-9F3E-DB7CDA2FE19A}" type="sibTrans" cxnId="{FBD79F58-DCE0-41FC-AC84-BB73AEA57F37}">
      <dgm:prSet/>
      <dgm:spPr/>
      <dgm:t>
        <a:bodyPr/>
        <a:lstStyle/>
        <a:p>
          <a:endParaRPr lang="en-US"/>
        </a:p>
      </dgm:t>
    </dgm:pt>
    <dgm:pt modelId="{87043D75-AA6C-4266-BFB0-F935E1CBCA9B}">
      <dgm:prSet custT="1"/>
      <dgm:spPr/>
      <dgm:t>
        <a:bodyPr/>
        <a:lstStyle/>
        <a:p>
          <a:r>
            <a:rPr lang="ar-MA" sz="2000" b="1" dirty="0">
              <a:solidFill>
                <a:schemeClr val="tx1">
                  <a:lumMod val="75000"/>
                  <a:lumOff val="25000"/>
                </a:schemeClr>
              </a:solidFill>
            </a:rPr>
            <a:t>التوكل على الله مع الأخذ بالأسباب المتاحة</a:t>
          </a:r>
          <a:endParaRPr lang="en-US" sz="2000" b="1" dirty="0">
            <a:solidFill>
              <a:schemeClr val="tx1">
                <a:lumMod val="75000"/>
                <a:lumOff val="25000"/>
              </a:schemeClr>
            </a:solidFill>
          </a:endParaRPr>
        </a:p>
      </dgm:t>
    </dgm:pt>
    <dgm:pt modelId="{ABCFD122-0E7F-42F9-80D4-24CF14D291F7}" type="parTrans" cxnId="{718B6598-360C-482A-B600-686DB311D42E}">
      <dgm:prSet/>
      <dgm:spPr/>
      <dgm:t>
        <a:bodyPr/>
        <a:lstStyle/>
        <a:p>
          <a:endParaRPr lang="en-US"/>
        </a:p>
      </dgm:t>
    </dgm:pt>
    <dgm:pt modelId="{42D0384F-CF43-4707-82A1-431DA13B2266}" type="sibTrans" cxnId="{718B6598-360C-482A-B600-686DB311D42E}">
      <dgm:prSet/>
      <dgm:spPr/>
      <dgm:t>
        <a:bodyPr/>
        <a:lstStyle/>
        <a:p>
          <a:endParaRPr lang="en-US"/>
        </a:p>
      </dgm:t>
    </dgm:pt>
    <dgm:pt modelId="{B84A812B-11B9-4E8D-9C41-F68036D02C4B}">
      <dgm:prSet custT="1"/>
      <dgm:spPr/>
      <dgm:t>
        <a:bodyPr/>
        <a:lstStyle/>
        <a:p>
          <a:r>
            <a:rPr lang="ar-MA" sz="2000" b="1">
              <a:solidFill>
                <a:schemeClr val="tx1">
                  <a:lumMod val="75000"/>
                  <a:lumOff val="25000"/>
                </a:schemeClr>
              </a:solidFill>
            </a:rPr>
            <a:t>الاستمرار في الدعاء والتضرع إلى الله في كل الأحوال</a:t>
          </a:r>
          <a:endParaRPr lang="en-US" sz="2000" b="1">
            <a:solidFill>
              <a:schemeClr val="tx1">
                <a:lumMod val="75000"/>
                <a:lumOff val="25000"/>
              </a:schemeClr>
            </a:solidFill>
          </a:endParaRPr>
        </a:p>
      </dgm:t>
    </dgm:pt>
    <dgm:pt modelId="{4640F382-2415-4E76-93F3-FE9FDE2C3AE0}" type="parTrans" cxnId="{5CC5D1C2-1EE4-4110-BC06-D1065D3A67B6}">
      <dgm:prSet/>
      <dgm:spPr/>
      <dgm:t>
        <a:bodyPr/>
        <a:lstStyle/>
        <a:p>
          <a:endParaRPr lang="en-US"/>
        </a:p>
      </dgm:t>
    </dgm:pt>
    <dgm:pt modelId="{F6700EE4-7612-4AA4-AB8E-48413D488127}" type="sibTrans" cxnId="{5CC5D1C2-1EE4-4110-BC06-D1065D3A67B6}">
      <dgm:prSet/>
      <dgm:spPr/>
      <dgm:t>
        <a:bodyPr/>
        <a:lstStyle/>
        <a:p>
          <a:endParaRPr lang="en-US"/>
        </a:p>
      </dgm:t>
    </dgm:pt>
    <dgm:pt modelId="{11576DA0-B9DC-4442-8A63-CFF8B581A5ED}">
      <dgm:prSet custT="1"/>
      <dgm:spPr/>
      <dgm:t>
        <a:bodyPr/>
        <a:lstStyle/>
        <a:p>
          <a:r>
            <a:rPr lang="ar-MA" sz="2000" b="1">
              <a:solidFill>
                <a:schemeClr val="tx1">
                  <a:lumMod val="75000"/>
                  <a:lumOff val="25000"/>
                </a:schemeClr>
              </a:solidFill>
            </a:rPr>
            <a:t>تحقيق الإنجازات:</a:t>
          </a:r>
          <a:endParaRPr lang="en-US" sz="2000" b="1">
            <a:solidFill>
              <a:schemeClr val="tx1">
                <a:lumMod val="75000"/>
                <a:lumOff val="25000"/>
              </a:schemeClr>
            </a:solidFill>
          </a:endParaRPr>
        </a:p>
      </dgm:t>
    </dgm:pt>
    <dgm:pt modelId="{6928E13D-E3B9-4F9A-B0EB-AFC784FD8713}" type="parTrans" cxnId="{EEC38E4B-59C0-49A8-859F-18E80F30C7CE}">
      <dgm:prSet/>
      <dgm:spPr/>
      <dgm:t>
        <a:bodyPr/>
        <a:lstStyle/>
        <a:p>
          <a:endParaRPr lang="en-US"/>
        </a:p>
      </dgm:t>
    </dgm:pt>
    <dgm:pt modelId="{26FEB173-80D2-4E2C-ADE5-F9CFF419410E}" type="sibTrans" cxnId="{EEC38E4B-59C0-49A8-859F-18E80F30C7CE}">
      <dgm:prSet/>
      <dgm:spPr/>
      <dgm:t>
        <a:bodyPr/>
        <a:lstStyle/>
        <a:p>
          <a:endParaRPr lang="en-US"/>
        </a:p>
      </dgm:t>
    </dgm:pt>
    <dgm:pt modelId="{9B9C5D54-F2FE-440E-89D9-888652B7758C}">
      <dgm:prSet custT="1"/>
      <dgm:spPr/>
      <dgm:t>
        <a:bodyPr/>
        <a:lstStyle/>
        <a:p>
          <a:r>
            <a:rPr lang="ar-MA" sz="2000" b="1">
              <a:solidFill>
                <a:schemeClr val="tx1">
                  <a:lumMod val="75000"/>
                  <a:lumOff val="25000"/>
                </a:schemeClr>
              </a:solidFill>
            </a:rPr>
            <a:t>الإيمان بالقدرات الذاتية والاستعانة بالله لتحقيق الأهداف</a:t>
          </a:r>
          <a:endParaRPr lang="en-US" sz="2000" b="1">
            <a:solidFill>
              <a:schemeClr val="tx1">
                <a:lumMod val="75000"/>
                <a:lumOff val="25000"/>
              </a:schemeClr>
            </a:solidFill>
          </a:endParaRPr>
        </a:p>
      </dgm:t>
    </dgm:pt>
    <dgm:pt modelId="{9DE97C41-E3E3-40B9-87CF-64ADBF5E0E52}" type="parTrans" cxnId="{27A544A4-3954-49A3-9840-F2A8F0DB6301}">
      <dgm:prSet/>
      <dgm:spPr/>
      <dgm:t>
        <a:bodyPr/>
        <a:lstStyle/>
        <a:p>
          <a:endParaRPr lang="en-US"/>
        </a:p>
      </dgm:t>
    </dgm:pt>
    <dgm:pt modelId="{44A134C8-F275-49FD-B658-908F34360EC9}" type="sibTrans" cxnId="{27A544A4-3954-49A3-9840-F2A8F0DB6301}">
      <dgm:prSet/>
      <dgm:spPr/>
      <dgm:t>
        <a:bodyPr/>
        <a:lstStyle/>
        <a:p>
          <a:endParaRPr lang="en-US"/>
        </a:p>
      </dgm:t>
    </dgm:pt>
    <dgm:pt modelId="{995044B5-90E9-475D-87CB-BC59AF8D2F01}">
      <dgm:prSet custT="1"/>
      <dgm:spPr/>
      <dgm:t>
        <a:bodyPr/>
        <a:lstStyle/>
        <a:p>
          <a:r>
            <a:rPr lang="ar-MA" sz="2000" b="1">
              <a:solidFill>
                <a:schemeClr val="tx1">
                  <a:lumMod val="75000"/>
                  <a:lumOff val="25000"/>
                </a:schemeClr>
              </a:solidFill>
            </a:rPr>
            <a:t>الاستمرار في العمل رغم العقبات والمثبطات</a:t>
          </a:r>
          <a:endParaRPr lang="en-US" sz="2000" b="1">
            <a:solidFill>
              <a:schemeClr val="tx1">
                <a:lumMod val="75000"/>
                <a:lumOff val="25000"/>
              </a:schemeClr>
            </a:solidFill>
          </a:endParaRPr>
        </a:p>
      </dgm:t>
    </dgm:pt>
    <dgm:pt modelId="{9A67752B-01D3-4F8B-9118-E0933BAEB58F}" type="parTrans" cxnId="{AAEA157F-2FBE-4DF4-8FF2-94E233BCA550}">
      <dgm:prSet/>
      <dgm:spPr/>
      <dgm:t>
        <a:bodyPr/>
        <a:lstStyle/>
        <a:p>
          <a:endParaRPr lang="en-US"/>
        </a:p>
      </dgm:t>
    </dgm:pt>
    <dgm:pt modelId="{1A7EF6D6-D1DF-449F-8F8E-4A89C1D5DDF0}" type="sibTrans" cxnId="{AAEA157F-2FBE-4DF4-8FF2-94E233BCA550}">
      <dgm:prSet/>
      <dgm:spPr/>
      <dgm:t>
        <a:bodyPr/>
        <a:lstStyle/>
        <a:p>
          <a:endParaRPr lang="en-US"/>
        </a:p>
      </dgm:t>
    </dgm:pt>
    <dgm:pt modelId="{CC99BD94-8471-4177-A252-2219F8BBC98F}">
      <dgm:prSet custT="1"/>
      <dgm:spPr/>
      <dgm:t>
        <a:bodyPr/>
        <a:lstStyle/>
        <a:p>
          <a:r>
            <a:rPr lang="ar-MA" sz="2000" b="1">
              <a:solidFill>
                <a:schemeClr val="tx1">
                  <a:lumMod val="75000"/>
                  <a:lumOff val="25000"/>
                </a:schemeClr>
              </a:solidFill>
            </a:rPr>
            <a:t>اليقين بأن النجاح يحتاج إلى مزيج من الإيمان القوي والعمل الدؤوب</a:t>
          </a:r>
          <a:endParaRPr lang="en-US" sz="2000" b="1">
            <a:solidFill>
              <a:schemeClr val="tx1">
                <a:lumMod val="75000"/>
                <a:lumOff val="25000"/>
              </a:schemeClr>
            </a:solidFill>
          </a:endParaRPr>
        </a:p>
      </dgm:t>
    </dgm:pt>
    <dgm:pt modelId="{EB918D4C-86AD-4749-B07B-7F433516F78F}" type="parTrans" cxnId="{50116566-8D8D-4BA1-8400-E29231AE00B8}">
      <dgm:prSet/>
      <dgm:spPr/>
      <dgm:t>
        <a:bodyPr/>
        <a:lstStyle/>
        <a:p>
          <a:endParaRPr lang="en-US"/>
        </a:p>
      </dgm:t>
    </dgm:pt>
    <dgm:pt modelId="{1947EEAF-FBC0-4FC1-9D6D-C207599E4AD4}" type="sibTrans" cxnId="{50116566-8D8D-4BA1-8400-E29231AE00B8}">
      <dgm:prSet/>
      <dgm:spPr/>
      <dgm:t>
        <a:bodyPr/>
        <a:lstStyle/>
        <a:p>
          <a:endParaRPr lang="en-US"/>
        </a:p>
      </dgm:t>
    </dgm:pt>
    <dgm:pt modelId="{716616EB-509F-4E4E-B52A-6804AA7F4E37}">
      <dgm:prSet custT="1"/>
      <dgm:spPr/>
      <dgm:t>
        <a:bodyPr/>
        <a:lstStyle/>
        <a:p>
          <a:r>
            <a:rPr lang="ar-MA" sz="2000" b="1" dirty="0">
              <a:solidFill>
                <a:schemeClr val="tx1">
                  <a:lumMod val="75000"/>
                  <a:lumOff val="25000"/>
                </a:schemeClr>
              </a:solidFill>
            </a:rPr>
            <a:t>الاستفادة من التجارب السابقة والاستمرار في التطوير الذاتي</a:t>
          </a:r>
          <a:endParaRPr lang="en-US" sz="2000" b="1" dirty="0">
            <a:solidFill>
              <a:schemeClr val="tx1">
                <a:lumMod val="75000"/>
                <a:lumOff val="25000"/>
              </a:schemeClr>
            </a:solidFill>
          </a:endParaRPr>
        </a:p>
      </dgm:t>
    </dgm:pt>
    <dgm:pt modelId="{D32DAA9D-6183-43E0-A451-3747B44DEF7F}" type="parTrans" cxnId="{18FB844B-F87D-4578-A42F-8A8006CC32E7}">
      <dgm:prSet/>
      <dgm:spPr/>
      <dgm:t>
        <a:bodyPr/>
        <a:lstStyle/>
        <a:p>
          <a:endParaRPr lang="en-US"/>
        </a:p>
      </dgm:t>
    </dgm:pt>
    <dgm:pt modelId="{43A1576D-A60E-4C0B-B9D2-7567009CCD68}" type="sibTrans" cxnId="{18FB844B-F87D-4578-A42F-8A8006CC32E7}">
      <dgm:prSet/>
      <dgm:spPr/>
      <dgm:t>
        <a:bodyPr/>
        <a:lstStyle/>
        <a:p>
          <a:endParaRPr lang="en-US"/>
        </a:p>
      </dgm:t>
    </dgm:pt>
    <dgm:pt modelId="{84866EFD-5910-4902-951E-4B32BE780E80}" type="pres">
      <dgm:prSet presAssocID="{0232AC60-33C3-4B6D-8B20-E81B4A02BA99}" presName="Name0" presStyleCnt="0">
        <dgm:presLayoutVars>
          <dgm:dir/>
          <dgm:resizeHandles val="exact"/>
        </dgm:presLayoutVars>
      </dgm:prSet>
      <dgm:spPr/>
    </dgm:pt>
    <dgm:pt modelId="{7F3C1797-F77F-4314-87EB-95E823894478}" type="pres">
      <dgm:prSet presAssocID="{58857C96-E0E1-4CFF-9CDB-27AA2FDD379B}" presName="node" presStyleLbl="node1" presStyleIdx="0" presStyleCnt="10">
        <dgm:presLayoutVars>
          <dgm:bulletEnabled val="1"/>
        </dgm:presLayoutVars>
      </dgm:prSet>
      <dgm:spPr/>
    </dgm:pt>
    <dgm:pt modelId="{9D0F4082-3AF1-4527-9A09-2F164D8B07E0}" type="pres">
      <dgm:prSet presAssocID="{58434BFA-739D-4F5C-8555-438C308BFDE2}" presName="sibTrans" presStyleLbl="sibTrans1D1" presStyleIdx="0" presStyleCnt="9"/>
      <dgm:spPr/>
    </dgm:pt>
    <dgm:pt modelId="{5464138A-FBC8-4CEF-A3DF-FA79926A79B5}" type="pres">
      <dgm:prSet presAssocID="{58434BFA-739D-4F5C-8555-438C308BFDE2}" presName="connectorText" presStyleLbl="sibTrans1D1" presStyleIdx="0" presStyleCnt="9"/>
      <dgm:spPr/>
    </dgm:pt>
    <dgm:pt modelId="{0A1D83B0-9780-45B2-9CE7-9AEC1ABD899D}" type="pres">
      <dgm:prSet presAssocID="{997490B6-D476-43EB-9F94-5A502467D9DE}" presName="node" presStyleLbl="node1" presStyleIdx="1" presStyleCnt="10">
        <dgm:presLayoutVars>
          <dgm:bulletEnabled val="1"/>
        </dgm:presLayoutVars>
      </dgm:prSet>
      <dgm:spPr/>
    </dgm:pt>
    <dgm:pt modelId="{D046CE27-9A39-4997-87E5-A4C6328C020E}" type="pres">
      <dgm:prSet presAssocID="{1DE7F92D-A6D6-45B5-82C9-5B3C8D2CBD07}" presName="sibTrans" presStyleLbl="sibTrans1D1" presStyleIdx="1" presStyleCnt="9"/>
      <dgm:spPr/>
    </dgm:pt>
    <dgm:pt modelId="{77E522C9-06E3-482F-95A8-0DD587C3210E}" type="pres">
      <dgm:prSet presAssocID="{1DE7F92D-A6D6-45B5-82C9-5B3C8D2CBD07}" presName="connectorText" presStyleLbl="sibTrans1D1" presStyleIdx="1" presStyleCnt="9"/>
      <dgm:spPr/>
    </dgm:pt>
    <dgm:pt modelId="{AFEA2222-83CA-494D-A456-8641357659E6}" type="pres">
      <dgm:prSet presAssocID="{2D39CCF2-4727-483D-809D-575C2DA7E0A5}" presName="node" presStyleLbl="node1" presStyleIdx="2" presStyleCnt="10">
        <dgm:presLayoutVars>
          <dgm:bulletEnabled val="1"/>
        </dgm:presLayoutVars>
      </dgm:prSet>
      <dgm:spPr/>
    </dgm:pt>
    <dgm:pt modelId="{D005BD54-56EF-495D-BF53-7F2F80D45911}" type="pres">
      <dgm:prSet presAssocID="{B9DC6382-0772-43E1-9F3E-DB7CDA2FE19A}" presName="sibTrans" presStyleLbl="sibTrans1D1" presStyleIdx="2" presStyleCnt="9"/>
      <dgm:spPr/>
    </dgm:pt>
    <dgm:pt modelId="{216BDCC5-66CC-44B1-A8DD-4BD5890337AA}" type="pres">
      <dgm:prSet presAssocID="{B9DC6382-0772-43E1-9F3E-DB7CDA2FE19A}" presName="connectorText" presStyleLbl="sibTrans1D1" presStyleIdx="2" presStyleCnt="9"/>
      <dgm:spPr/>
    </dgm:pt>
    <dgm:pt modelId="{9470EB31-E04D-4550-82C8-16AA3886F7E4}" type="pres">
      <dgm:prSet presAssocID="{87043D75-AA6C-4266-BFB0-F935E1CBCA9B}" presName="node" presStyleLbl="node1" presStyleIdx="3" presStyleCnt="10">
        <dgm:presLayoutVars>
          <dgm:bulletEnabled val="1"/>
        </dgm:presLayoutVars>
      </dgm:prSet>
      <dgm:spPr/>
    </dgm:pt>
    <dgm:pt modelId="{6A737604-5B7B-4A1F-82BD-C19BEC027471}" type="pres">
      <dgm:prSet presAssocID="{42D0384F-CF43-4707-82A1-431DA13B2266}" presName="sibTrans" presStyleLbl="sibTrans1D1" presStyleIdx="3" presStyleCnt="9"/>
      <dgm:spPr/>
    </dgm:pt>
    <dgm:pt modelId="{DD6497D5-6CC4-4B7E-8E7B-6C178834E7F0}" type="pres">
      <dgm:prSet presAssocID="{42D0384F-CF43-4707-82A1-431DA13B2266}" presName="connectorText" presStyleLbl="sibTrans1D1" presStyleIdx="3" presStyleCnt="9"/>
      <dgm:spPr/>
    </dgm:pt>
    <dgm:pt modelId="{C3834E85-6449-4486-A571-A62189196F3C}" type="pres">
      <dgm:prSet presAssocID="{B84A812B-11B9-4E8D-9C41-F68036D02C4B}" presName="node" presStyleLbl="node1" presStyleIdx="4" presStyleCnt="10">
        <dgm:presLayoutVars>
          <dgm:bulletEnabled val="1"/>
        </dgm:presLayoutVars>
      </dgm:prSet>
      <dgm:spPr/>
    </dgm:pt>
    <dgm:pt modelId="{389EE75E-6E7F-4B05-95F0-DAC258189B0A}" type="pres">
      <dgm:prSet presAssocID="{F6700EE4-7612-4AA4-AB8E-48413D488127}" presName="sibTrans" presStyleLbl="sibTrans1D1" presStyleIdx="4" presStyleCnt="9"/>
      <dgm:spPr/>
    </dgm:pt>
    <dgm:pt modelId="{DFEE94BB-567C-4676-B4A8-9B02A8F3E802}" type="pres">
      <dgm:prSet presAssocID="{F6700EE4-7612-4AA4-AB8E-48413D488127}" presName="connectorText" presStyleLbl="sibTrans1D1" presStyleIdx="4" presStyleCnt="9"/>
      <dgm:spPr/>
    </dgm:pt>
    <dgm:pt modelId="{754A5DFE-142A-450E-903D-8EF7310A4F7F}" type="pres">
      <dgm:prSet presAssocID="{11576DA0-B9DC-4442-8A63-CFF8B581A5ED}" presName="node" presStyleLbl="node1" presStyleIdx="5" presStyleCnt="10">
        <dgm:presLayoutVars>
          <dgm:bulletEnabled val="1"/>
        </dgm:presLayoutVars>
      </dgm:prSet>
      <dgm:spPr/>
    </dgm:pt>
    <dgm:pt modelId="{71D9767C-5573-4A0C-A5F0-0434A5F75D22}" type="pres">
      <dgm:prSet presAssocID="{26FEB173-80D2-4E2C-ADE5-F9CFF419410E}" presName="sibTrans" presStyleLbl="sibTrans1D1" presStyleIdx="5" presStyleCnt="9"/>
      <dgm:spPr/>
    </dgm:pt>
    <dgm:pt modelId="{DFDBD419-00A6-47D5-AAA5-14B0D9A263F2}" type="pres">
      <dgm:prSet presAssocID="{26FEB173-80D2-4E2C-ADE5-F9CFF419410E}" presName="connectorText" presStyleLbl="sibTrans1D1" presStyleIdx="5" presStyleCnt="9"/>
      <dgm:spPr/>
    </dgm:pt>
    <dgm:pt modelId="{C75598AC-C869-45CE-93BC-4C1C84197F60}" type="pres">
      <dgm:prSet presAssocID="{9B9C5D54-F2FE-440E-89D9-888652B7758C}" presName="node" presStyleLbl="node1" presStyleIdx="6" presStyleCnt="10">
        <dgm:presLayoutVars>
          <dgm:bulletEnabled val="1"/>
        </dgm:presLayoutVars>
      </dgm:prSet>
      <dgm:spPr/>
    </dgm:pt>
    <dgm:pt modelId="{7745DE60-E41B-40ED-9EB6-0C6A77385D35}" type="pres">
      <dgm:prSet presAssocID="{44A134C8-F275-49FD-B658-908F34360EC9}" presName="sibTrans" presStyleLbl="sibTrans1D1" presStyleIdx="6" presStyleCnt="9"/>
      <dgm:spPr/>
    </dgm:pt>
    <dgm:pt modelId="{F35DEEE0-FC9F-4A33-AE90-89763B91A5FD}" type="pres">
      <dgm:prSet presAssocID="{44A134C8-F275-49FD-B658-908F34360EC9}" presName="connectorText" presStyleLbl="sibTrans1D1" presStyleIdx="6" presStyleCnt="9"/>
      <dgm:spPr/>
    </dgm:pt>
    <dgm:pt modelId="{8A442EDC-90BB-4618-A1FF-C2730E481A51}" type="pres">
      <dgm:prSet presAssocID="{995044B5-90E9-475D-87CB-BC59AF8D2F01}" presName="node" presStyleLbl="node1" presStyleIdx="7" presStyleCnt="10">
        <dgm:presLayoutVars>
          <dgm:bulletEnabled val="1"/>
        </dgm:presLayoutVars>
      </dgm:prSet>
      <dgm:spPr/>
    </dgm:pt>
    <dgm:pt modelId="{FFE17AB4-99DA-4D00-AB2C-A656488B2C19}" type="pres">
      <dgm:prSet presAssocID="{1A7EF6D6-D1DF-449F-8F8E-4A89C1D5DDF0}" presName="sibTrans" presStyleLbl="sibTrans1D1" presStyleIdx="7" presStyleCnt="9"/>
      <dgm:spPr/>
    </dgm:pt>
    <dgm:pt modelId="{A469B3BE-C5A3-4F59-8B5B-E723640DECF6}" type="pres">
      <dgm:prSet presAssocID="{1A7EF6D6-D1DF-449F-8F8E-4A89C1D5DDF0}" presName="connectorText" presStyleLbl="sibTrans1D1" presStyleIdx="7" presStyleCnt="9"/>
      <dgm:spPr/>
    </dgm:pt>
    <dgm:pt modelId="{BFE83BCB-5144-4620-AC83-BDD65144185F}" type="pres">
      <dgm:prSet presAssocID="{CC99BD94-8471-4177-A252-2219F8BBC98F}" presName="node" presStyleLbl="node1" presStyleIdx="8" presStyleCnt="10">
        <dgm:presLayoutVars>
          <dgm:bulletEnabled val="1"/>
        </dgm:presLayoutVars>
      </dgm:prSet>
      <dgm:spPr/>
    </dgm:pt>
    <dgm:pt modelId="{D53E9D21-58CF-4CB9-A99F-4171BF5FB2EA}" type="pres">
      <dgm:prSet presAssocID="{1947EEAF-FBC0-4FC1-9D6D-C207599E4AD4}" presName="sibTrans" presStyleLbl="sibTrans1D1" presStyleIdx="8" presStyleCnt="9"/>
      <dgm:spPr/>
    </dgm:pt>
    <dgm:pt modelId="{DBB97249-BDB8-4D13-9C47-097EEAAF0FD2}" type="pres">
      <dgm:prSet presAssocID="{1947EEAF-FBC0-4FC1-9D6D-C207599E4AD4}" presName="connectorText" presStyleLbl="sibTrans1D1" presStyleIdx="8" presStyleCnt="9"/>
      <dgm:spPr/>
    </dgm:pt>
    <dgm:pt modelId="{DBE54B4B-71A2-4186-839B-A9F0DF70942D}" type="pres">
      <dgm:prSet presAssocID="{716616EB-509F-4E4E-B52A-6804AA7F4E37}" presName="node" presStyleLbl="node1" presStyleIdx="9" presStyleCnt="10">
        <dgm:presLayoutVars>
          <dgm:bulletEnabled val="1"/>
        </dgm:presLayoutVars>
      </dgm:prSet>
      <dgm:spPr/>
    </dgm:pt>
  </dgm:ptLst>
  <dgm:cxnLst>
    <dgm:cxn modelId="{99770100-3DAA-4822-BB2A-2E1EA775CBB8}" type="presOf" srcId="{58434BFA-739D-4F5C-8555-438C308BFDE2}" destId="{9D0F4082-3AF1-4527-9A09-2F164D8B07E0}" srcOrd="0" destOrd="0" presId="urn:microsoft.com/office/officeart/2016/7/layout/RepeatingBendingProcessNew"/>
    <dgm:cxn modelId="{2D197909-A90C-43FD-B403-5B12930AAFE0}" type="presOf" srcId="{0232AC60-33C3-4B6D-8B20-E81B4A02BA99}" destId="{84866EFD-5910-4902-951E-4B32BE780E80}" srcOrd="0" destOrd="0" presId="urn:microsoft.com/office/officeart/2016/7/layout/RepeatingBendingProcessNew"/>
    <dgm:cxn modelId="{6FDDFE10-E6E4-412D-9B75-647027D19B96}" type="presOf" srcId="{1A7EF6D6-D1DF-449F-8F8E-4A89C1D5DDF0}" destId="{A469B3BE-C5A3-4F59-8B5B-E723640DECF6}" srcOrd="1" destOrd="0" presId="urn:microsoft.com/office/officeart/2016/7/layout/RepeatingBendingProcessNew"/>
    <dgm:cxn modelId="{1478C515-9FE7-4D1B-9562-2848B4212973}" type="presOf" srcId="{2D39CCF2-4727-483D-809D-575C2DA7E0A5}" destId="{AFEA2222-83CA-494D-A456-8641357659E6}" srcOrd="0" destOrd="0" presId="urn:microsoft.com/office/officeart/2016/7/layout/RepeatingBendingProcessNew"/>
    <dgm:cxn modelId="{7B43C219-3482-45E2-96D9-F592BCA1620A}" srcId="{0232AC60-33C3-4B6D-8B20-E81B4A02BA99}" destId="{997490B6-D476-43EB-9F94-5A502467D9DE}" srcOrd="1" destOrd="0" parTransId="{7EB0AF67-9FE6-40AC-8767-07F3AE8BC0AC}" sibTransId="{1DE7F92D-A6D6-45B5-82C9-5B3C8D2CBD07}"/>
    <dgm:cxn modelId="{87D14A1A-1551-4C5B-9A7D-D0B4E6F69943}" type="presOf" srcId="{11576DA0-B9DC-4442-8A63-CFF8B581A5ED}" destId="{754A5DFE-142A-450E-903D-8EF7310A4F7F}" srcOrd="0" destOrd="0" presId="urn:microsoft.com/office/officeart/2016/7/layout/RepeatingBendingProcessNew"/>
    <dgm:cxn modelId="{C9AC1D2D-AB08-42B6-A0E5-DC6349B863A4}" type="presOf" srcId="{1DE7F92D-A6D6-45B5-82C9-5B3C8D2CBD07}" destId="{D046CE27-9A39-4997-87E5-A4C6328C020E}" srcOrd="0" destOrd="0" presId="urn:microsoft.com/office/officeart/2016/7/layout/RepeatingBendingProcessNew"/>
    <dgm:cxn modelId="{74ED9431-7D24-4130-BA53-ED42EBE24E3D}" type="presOf" srcId="{1DE7F92D-A6D6-45B5-82C9-5B3C8D2CBD07}" destId="{77E522C9-06E3-482F-95A8-0DD587C3210E}" srcOrd="1" destOrd="0" presId="urn:microsoft.com/office/officeart/2016/7/layout/RepeatingBendingProcessNew"/>
    <dgm:cxn modelId="{77C4D83B-8C05-4879-97BD-9EB95A08B482}" type="presOf" srcId="{26FEB173-80D2-4E2C-ADE5-F9CFF419410E}" destId="{71D9767C-5573-4A0C-A5F0-0434A5F75D22}" srcOrd="0" destOrd="0" presId="urn:microsoft.com/office/officeart/2016/7/layout/RepeatingBendingProcessNew"/>
    <dgm:cxn modelId="{3086D95E-228B-4A9D-9D98-16CF3AD7EEF3}" type="presOf" srcId="{42D0384F-CF43-4707-82A1-431DA13B2266}" destId="{6A737604-5B7B-4A1F-82BD-C19BEC027471}" srcOrd="0" destOrd="0" presId="urn:microsoft.com/office/officeart/2016/7/layout/RepeatingBendingProcessNew"/>
    <dgm:cxn modelId="{2C9F6F62-710E-49B4-B984-8AF5B4963138}" type="presOf" srcId="{58434BFA-739D-4F5C-8555-438C308BFDE2}" destId="{5464138A-FBC8-4CEF-A3DF-FA79926A79B5}" srcOrd="1" destOrd="0" presId="urn:microsoft.com/office/officeart/2016/7/layout/RepeatingBendingProcessNew"/>
    <dgm:cxn modelId="{50116566-8D8D-4BA1-8400-E29231AE00B8}" srcId="{0232AC60-33C3-4B6D-8B20-E81B4A02BA99}" destId="{CC99BD94-8471-4177-A252-2219F8BBC98F}" srcOrd="8" destOrd="0" parTransId="{EB918D4C-86AD-4749-B07B-7F433516F78F}" sibTransId="{1947EEAF-FBC0-4FC1-9D6D-C207599E4AD4}"/>
    <dgm:cxn modelId="{54316567-9500-4D56-B5FB-EA7A92B76EFD}" type="presOf" srcId="{9B9C5D54-F2FE-440E-89D9-888652B7758C}" destId="{C75598AC-C869-45CE-93BC-4C1C84197F60}" srcOrd="0" destOrd="0" presId="urn:microsoft.com/office/officeart/2016/7/layout/RepeatingBendingProcessNew"/>
    <dgm:cxn modelId="{00ECCF67-3C80-431B-928F-36448739E52A}" srcId="{0232AC60-33C3-4B6D-8B20-E81B4A02BA99}" destId="{58857C96-E0E1-4CFF-9CDB-27AA2FDD379B}" srcOrd="0" destOrd="0" parTransId="{6B5AAD26-01DC-4D4B-B1C9-2E21F4C97CAB}" sibTransId="{58434BFA-739D-4F5C-8555-438C308BFDE2}"/>
    <dgm:cxn modelId="{E0844A48-FA36-4255-A548-D15308BAED2B}" type="presOf" srcId="{995044B5-90E9-475D-87CB-BC59AF8D2F01}" destId="{8A442EDC-90BB-4618-A1FF-C2730E481A51}" srcOrd="0" destOrd="0" presId="urn:microsoft.com/office/officeart/2016/7/layout/RepeatingBendingProcessNew"/>
    <dgm:cxn modelId="{18FB844B-F87D-4578-A42F-8A8006CC32E7}" srcId="{0232AC60-33C3-4B6D-8B20-E81B4A02BA99}" destId="{716616EB-509F-4E4E-B52A-6804AA7F4E37}" srcOrd="9" destOrd="0" parTransId="{D32DAA9D-6183-43E0-A451-3747B44DEF7F}" sibTransId="{43A1576D-A60E-4C0B-B9D2-7567009CCD68}"/>
    <dgm:cxn modelId="{EEC38E4B-59C0-49A8-859F-18E80F30C7CE}" srcId="{0232AC60-33C3-4B6D-8B20-E81B4A02BA99}" destId="{11576DA0-B9DC-4442-8A63-CFF8B581A5ED}" srcOrd="5" destOrd="0" parTransId="{6928E13D-E3B9-4F9A-B0EB-AFC784FD8713}" sibTransId="{26FEB173-80D2-4E2C-ADE5-F9CFF419410E}"/>
    <dgm:cxn modelId="{E03D6A52-13C0-4F0E-AC3D-FA50CA3E7732}" type="presOf" srcId="{87043D75-AA6C-4266-BFB0-F935E1CBCA9B}" destId="{9470EB31-E04D-4550-82C8-16AA3886F7E4}" srcOrd="0" destOrd="0" presId="urn:microsoft.com/office/officeart/2016/7/layout/RepeatingBendingProcessNew"/>
    <dgm:cxn modelId="{A8824373-8725-45F6-8C34-744E6BAD7653}" type="presOf" srcId="{B9DC6382-0772-43E1-9F3E-DB7CDA2FE19A}" destId="{D005BD54-56EF-495D-BF53-7F2F80D45911}" srcOrd="0" destOrd="0" presId="urn:microsoft.com/office/officeart/2016/7/layout/RepeatingBendingProcessNew"/>
    <dgm:cxn modelId="{41500575-3A03-4190-B234-B9DEF1EE89C3}" type="presOf" srcId="{1947EEAF-FBC0-4FC1-9D6D-C207599E4AD4}" destId="{D53E9D21-58CF-4CB9-A99F-4171BF5FB2EA}" srcOrd="0" destOrd="0" presId="urn:microsoft.com/office/officeart/2016/7/layout/RepeatingBendingProcessNew"/>
    <dgm:cxn modelId="{FBD79F58-DCE0-41FC-AC84-BB73AEA57F37}" srcId="{0232AC60-33C3-4B6D-8B20-E81B4A02BA99}" destId="{2D39CCF2-4727-483D-809D-575C2DA7E0A5}" srcOrd="2" destOrd="0" parTransId="{A2585BF1-7B7B-4915-AD5F-507F80AF136E}" sibTransId="{B9DC6382-0772-43E1-9F3E-DB7CDA2FE19A}"/>
    <dgm:cxn modelId="{C8CC067B-8254-495E-ACD4-45957DA966B4}" type="presOf" srcId="{997490B6-D476-43EB-9F94-5A502467D9DE}" destId="{0A1D83B0-9780-45B2-9CE7-9AEC1ABD899D}" srcOrd="0" destOrd="0" presId="urn:microsoft.com/office/officeart/2016/7/layout/RepeatingBendingProcessNew"/>
    <dgm:cxn modelId="{6804107D-3411-4E8A-9ECE-D269A425C8C0}" type="presOf" srcId="{B84A812B-11B9-4E8D-9C41-F68036D02C4B}" destId="{C3834E85-6449-4486-A571-A62189196F3C}" srcOrd="0" destOrd="0" presId="urn:microsoft.com/office/officeart/2016/7/layout/RepeatingBendingProcessNew"/>
    <dgm:cxn modelId="{AAEA157F-2FBE-4DF4-8FF2-94E233BCA550}" srcId="{0232AC60-33C3-4B6D-8B20-E81B4A02BA99}" destId="{995044B5-90E9-475D-87CB-BC59AF8D2F01}" srcOrd="7" destOrd="0" parTransId="{9A67752B-01D3-4F8B-9118-E0933BAEB58F}" sibTransId="{1A7EF6D6-D1DF-449F-8F8E-4A89C1D5DDF0}"/>
    <dgm:cxn modelId="{4B090584-1C91-441C-B734-ECF890949486}" type="presOf" srcId="{44A134C8-F275-49FD-B658-908F34360EC9}" destId="{7745DE60-E41B-40ED-9EB6-0C6A77385D35}" srcOrd="0" destOrd="0" presId="urn:microsoft.com/office/officeart/2016/7/layout/RepeatingBendingProcessNew"/>
    <dgm:cxn modelId="{FE2A7784-1464-4F2B-8FB7-4373DC837709}" type="presOf" srcId="{42D0384F-CF43-4707-82A1-431DA13B2266}" destId="{DD6497D5-6CC4-4B7E-8E7B-6C178834E7F0}" srcOrd="1" destOrd="0" presId="urn:microsoft.com/office/officeart/2016/7/layout/RepeatingBendingProcessNew"/>
    <dgm:cxn modelId="{718B6598-360C-482A-B600-686DB311D42E}" srcId="{0232AC60-33C3-4B6D-8B20-E81B4A02BA99}" destId="{87043D75-AA6C-4266-BFB0-F935E1CBCA9B}" srcOrd="3" destOrd="0" parTransId="{ABCFD122-0E7F-42F9-80D4-24CF14D291F7}" sibTransId="{42D0384F-CF43-4707-82A1-431DA13B2266}"/>
    <dgm:cxn modelId="{27A544A4-3954-49A3-9840-F2A8F0DB6301}" srcId="{0232AC60-33C3-4B6D-8B20-E81B4A02BA99}" destId="{9B9C5D54-F2FE-440E-89D9-888652B7758C}" srcOrd="6" destOrd="0" parTransId="{9DE97C41-E3E3-40B9-87CF-64ADBF5E0E52}" sibTransId="{44A134C8-F275-49FD-B658-908F34360EC9}"/>
    <dgm:cxn modelId="{569124A9-5167-44B1-9936-8D77F5FA43D8}" type="presOf" srcId="{B9DC6382-0772-43E1-9F3E-DB7CDA2FE19A}" destId="{216BDCC5-66CC-44B1-A8DD-4BD5890337AA}" srcOrd="1" destOrd="0" presId="urn:microsoft.com/office/officeart/2016/7/layout/RepeatingBendingProcessNew"/>
    <dgm:cxn modelId="{87C37BB2-3316-4A00-8EB3-5405EC52FF40}" type="presOf" srcId="{26FEB173-80D2-4E2C-ADE5-F9CFF419410E}" destId="{DFDBD419-00A6-47D5-AAA5-14B0D9A263F2}" srcOrd="1" destOrd="0" presId="urn:microsoft.com/office/officeart/2016/7/layout/RepeatingBendingProcessNew"/>
    <dgm:cxn modelId="{119F43BE-8DFF-4FFD-87FD-A6CD1F12BE60}" type="presOf" srcId="{1A7EF6D6-D1DF-449F-8F8E-4A89C1D5DDF0}" destId="{FFE17AB4-99DA-4D00-AB2C-A656488B2C19}" srcOrd="0" destOrd="0" presId="urn:microsoft.com/office/officeart/2016/7/layout/RepeatingBendingProcessNew"/>
    <dgm:cxn modelId="{5CC5D1C2-1EE4-4110-BC06-D1065D3A67B6}" srcId="{0232AC60-33C3-4B6D-8B20-E81B4A02BA99}" destId="{B84A812B-11B9-4E8D-9C41-F68036D02C4B}" srcOrd="4" destOrd="0" parTransId="{4640F382-2415-4E76-93F3-FE9FDE2C3AE0}" sibTransId="{F6700EE4-7612-4AA4-AB8E-48413D488127}"/>
    <dgm:cxn modelId="{1C5EDFC9-2A45-4D72-ACAA-73F56C615FC1}" type="presOf" srcId="{716616EB-509F-4E4E-B52A-6804AA7F4E37}" destId="{DBE54B4B-71A2-4186-839B-A9F0DF70942D}" srcOrd="0" destOrd="0" presId="urn:microsoft.com/office/officeart/2016/7/layout/RepeatingBendingProcessNew"/>
    <dgm:cxn modelId="{47CFF3D3-3CB3-45FF-B5EB-FD7F52EE2837}" type="presOf" srcId="{F6700EE4-7612-4AA4-AB8E-48413D488127}" destId="{389EE75E-6E7F-4B05-95F0-DAC258189B0A}" srcOrd="0" destOrd="0" presId="urn:microsoft.com/office/officeart/2016/7/layout/RepeatingBendingProcessNew"/>
    <dgm:cxn modelId="{BFA419DC-885B-47C2-94F3-5CD83DD28411}" type="presOf" srcId="{58857C96-E0E1-4CFF-9CDB-27AA2FDD379B}" destId="{7F3C1797-F77F-4314-87EB-95E823894478}" srcOrd="0" destOrd="0" presId="urn:microsoft.com/office/officeart/2016/7/layout/RepeatingBendingProcessNew"/>
    <dgm:cxn modelId="{551717DD-FF19-4B31-BE3B-852AA40683AF}" type="presOf" srcId="{F6700EE4-7612-4AA4-AB8E-48413D488127}" destId="{DFEE94BB-567C-4676-B4A8-9B02A8F3E802}" srcOrd="1" destOrd="0" presId="urn:microsoft.com/office/officeart/2016/7/layout/RepeatingBendingProcessNew"/>
    <dgm:cxn modelId="{C143F4EB-AAFD-40EC-89F1-AEBB14A389E3}" type="presOf" srcId="{44A134C8-F275-49FD-B658-908F34360EC9}" destId="{F35DEEE0-FC9F-4A33-AE90-89763B91A5FD}" srcOrd="1" destOrd="0" presId="urn:microsoft.com/office/officeart/2016/7/layout/RepeatingBendingProcessNew"/>
    <dgm:cxn modelId="{58D47DED-98BC-4EA1-BFEF-82DF2360D04F}" type="presOf" srcId="{CC99BD94-8471-4177-A252-2219F8BBC98F}" destId="{BFE83BCB-5144-4620-AC83-BDD65144185F}" srcOrd="0" destOrd="0" presId="urn:microsoft.com/office/officeart/2016/7/layout/RepeatingBendingProcessNew"/>
    <dgm:cxn modelId="{4D103CF1-C600-4FCF-A0D6-BE552895611B}" type="presOf" srcId="{1947EEAF-FBC0-4FC1-9D6D-C207599E4AD4}" destId="{DBB97249-BDB8-4D13-9C47-097EEAAF0FD2}" srcOrd="1" destOrd="0" presId="urn:microsoft.com/office/officeart/2016/7/layout/RepeatingBendingProcessNew"/>
    <dgm:cxn modelId="{E5BD6D12-B9B1-4CF0-A180-3DDA3BA75014}" type="presParOf" srcId="{84866EFD-5910-4902-951E-4B32BE780E80}" destId="{7F3C1797-F77F-4314-87EB-95E823894478}" srcOrd="0" destOrd="0" presId="urn:microsoft.com/office/officeart/2016/7/layout/RepeatingBendingProcessNew"/>
    <dgm:cxn modelId="{8E613DCE-4B29-46E5-9790-CE9FA3B95FF0}" type="presParOf" srcId="{84866EFD-5910-4902-951E-4B32BE780E80}" destId="{9D0F4082-3AF1-4527-9A09-2F164D8B07E0}" srcOrd="1" destOrd="0" presId="urn:microsoft.com/office/officeart/2016/7/layout/RepeatingBendingProcessNew"/>
    <dgm:cxn modelId="{57E68F7E-64B5-4190-AA0B-7D93ED7FC0D0}" type="presParOf" srcId="{9D0F4082-3AF1-4527-9A09-2F164D8B07E0}" destId="{5464138A-FBC8-4CEF-A3DF-FA79926A79B5}" srcOrd="0" destOrd="0" presId="urn:microsoft.com/office/officeart/2016/7/layout/RepeatingBendingProcessNew"/>
    <dgm:cxn modelId="{3C4DAC60-91D4-46ED-A067-D9C31B752090}" type="presParOf" srcId="{84866EFD-5910-4902-951E-4B32BE780E80}" destId="{0A1D83B0-9780-45B2-9CE7-9AEC1ABD899D}" srcOrd="2" destOrd="0" presId="urn:microsoft.com/office/officeart/2016/7/layout/RepeatingBendingProcessNew"/>
    <dgm:cxn modelId="{AC51791C-BDF1-4B34-B89B-2192B38D5058}" type="presParOf" srcId="{84866EFD-5910-4902-951E-4B32BE780E80}" destId="{D046CE27-9A39-4997-87E5-A4C6328C020E}" srcOrd="3" destOrd="0" presId="urn:microsoft.com/office/officeart/2016/7/layout/RepeatingBendingProcessNew"/>
    <dgm:cxn modelId="{DB23A457-83AF-4F5E-BD7A-D04BEBC46733}" type="presParOf" srcId="{D046CE27-9A39-4997-87E5-A4C6328C020E}" destId="{77E522C9-06E3-482F-95A8-0DD587C3210E}" srcOrd="0" destOrd="0" presId="urn:microsoft.com/office/officeart/2016/7/layout/RepeatingBendingProcessNew"/>
    <dgm:cxn modelId="{B0606200-7ACF-4887-BA0B-42748975A0C5}" type="presParOf" srcId="{84866EFD-5910-4902-951E-4B32BE780E80}" destId="{AFEA2222-83CA-494D-A456-8641357659E6}" srcOrd="4" destOrd="0" presId="urn:microsoft.com/office/officeart/2016/7/layout/RepeatingBendingProcessNew"/>
    <dgm:cxn modelId="{B92F9121-218A-458E-BE22-6AAF679481AD}" type="presParOf" srcId="{84866EFD-5910-4902-951E-4B32BE780E80}" destId="{D005BD54-56EF-495D-BF53-7F2F80D45911}" srcOrd="5" destOrd="0" presId="urn:microsoft.com/office/officeart/2016/7/layout/RepeatingBendingProcessNew"/>
    <dgm:cxn modelId="{088BF161-B9B6-40A4-BB94-A46D981CF4E7}" type="presParOf" srcId="{D005BD54-56EF-495D-BF53-7F2F80D45911}" destId="{216BDCC5-66CC-44B1-A8DD-4BD5890337AA}" srcOrd="0" destOrd="0" presId="urn:microsoft.com/office/officeart/2016/7/layout/RepeatingBendingProcessNew"/>
    <dgm:cxn modelId="{8985997D-C64B-4CC6-816D-CDCA42136FDA}" type="presParOf" srcId="{84866EFD-5910-4902-951E-4B32BE780E80}" destId="{9470EB31-E04D-4550-82C8-16AA3886F7E4}" srcOrd="6" destOrd="0" presId="urn:microsoft.com/office/officeart/2016/7/layout/RepeatingBendingProcessNew"/>
    <dgm:cxn modelId="{DB14C668-BCD6-44C0-A2E4-BBE47E52AE3D}" type="presParOf" srcId="{84866EFD-5910-4902-951E-4B32BE780E80}" destId="{6A737604-5B7B-4A1F-82BD-C19BEC027471}" srcOrd="7" destOrd="0" presId="urn:microsoft.com/office/officeart/2016/7/layout/RepeatingBendingProcessNew"/>
    <dgm:cxn modelId="{7E24BCC1-D6AB-4302-B5F4-1EEB3F571E18}" type="presParOf" srcId="{6A737604-5B7B-4A1F-82BD-C19BEC027471}" destId="{DD6497D5-6CC4-4B7E-8E7B-6C178834E7F0}" srcOrd="0" destOrd="0" presId="urn:microsoft.com/office/officeart/2016/7/layout/RepeatingBendingProcessNew"/>
    <dgm:cxn modelId="{B0C91A12-4699-41CF-85B7-89F3DC56BB39}" type="presParOf" srcId="{84866EFD-5910-4902-951E-4B32BE780E80}" destId="{C3834E85-6449-4486-A571-A62189196F3C}" srcOrd="8" destOrd="0" presId="urn:microsoft.com/office/officeart/2016/7/layout/RepeatingBendingProcessNew"/>
    <dgm:cxn modelId="{690DD65D-5D3C-4148-922E-92D33644E0B5}" type="presParOf" srcId="{84866EFD-5910-4902-951E-4B32BE780E80}" destId="{389EE75E-6E7F-4B05-95F0-DAC258189B0A}" srcOrd="9" destOrd="0" presId="urn:microsoft.com/office/officeart/2016/7/layout/RepeatingBendingProcessNew"/>
    <dgm:cxn modelId="{53ABE2E4-CB51-4A9B-8FB8-1548CD9A2880}" type="presParOf" srcId="{389EE75E-6E7F-4B05-95F0-DAC258189B0A}" destId="{DFEE94BB-567C-4676-B4A8-9B02A8F3E802}" srcOrd="0" destOrd="0" presId="urn:microsoft.com/office/officeart/2016/7/layout/RepeatingBendingProcessNew"/>
    <dgm:cxn modelId="{9B92045B-CA33-416F-B9BD-C3776DC32513}" type="presParOf" srcId="{84866EFD-5910-4902-951E-4B32BE780E80}" destId="{754A5DFE-142A-450E-903D-8EF7310A4F7F}" srcOrd="10" destOrd="0" presId="urn:microsoft.com/office/officeart/2016/7/layout/RepeatingBendingProcessNew"/>
    <dgm:cxn modelId="{44F9E460-6F0A-47C1-9289-ECB949BADC80}" type="presParOf" srcId="{84866EFD-5910-4902-951E-4B32BE780E80}" destId="{71D9767C-5573-4A0C-A5F0-0434A5F75D22}" srcOrd="11" destOrd="0" presId="urn:microsoft.com/office/officeart/2016/7/layout/RepeatingBendingProcessNew"/>
    <dgm:cxn modelId="{90D67D3F-5BFC-47A9-97F2-56F2BF8D402E}" type="presParOf" srcId="{71D9767C-5573-4A0C-A5F0-0434A5F75D22}" destId="{DFDBD419-00A6-47D5-AAA5-14B0D9A263F2}" srcOrd="0" destOrd="0" presId="urn:microsoft.com/office/officeart/2016/7/layout/RepeatingBendingProcessNew"/>
    <dgm:cxn modelId="{D707182D-6216-4A2F-B894-1B4BC34732E4}" type="presParOf" srcId="{84866EFD-5910-4902-951E-4B32BE780E80}" destId="{C75598AC-C869-45CE-93BC-4C1C84197F60}" srcOrd="12" destOrd="0" presId="urn:microsoft.com/office/officeart/2016/7/layout/RepeatingBendingProcessNew"/>
    <dgm:cxn modelId="{3884B06A-E0AF-4703-A66D-357CF4443259}" type="presParOf" srcId="{84866EFD-5910-4902-951E-4B32BE780E80}" destId="{7745DE60-E41B-40ED-9EB6-0C6A77385D35}" srcOrd="13" destOrd="0" presId="urn:microsoft.com/office/officeart/2016/7/layout/RepeatingBendingProcessNew"/>
    <dgm:cxn modelId="{2670F314-1A51-4E67-9ED8-FEA87E125BFC}" type="presParOf" srcId="{7745DE60-E41B-40ED-9EB6-0C6A77385D35}" destId="{F35DEEE0-FC9F-4A33-AE90-89763B91A5FD}" srcOrd="0" destOrd="0" presId="urn:microsoft.com/office/officeart/2016/7/layout/RepeatingBendingProcessNew"/>
    <dgm:cxn modelId="{8E7B3370-4B0E-4448-9284-F2B2BA92C1B0}" type="presParOf" srcId="{84866EFD-5910-4902-951E-4B32BE780E80}" destId="{8A442EDC-90BB-4618-A1FF-C2730E481A51}" srcOrd="14" destOrd="0" presId="urn:microsoft.com/office/officeart/2016/7/layout/RepeatingBendingProcessNew"/>
    <dgm:cxn modelId="{D4A5DAF5-6B23-4C20-8ABA-BDBCC95F7ADF}" type="presParOf" srcId="{84866EFD-5910-4902-951E-4B32BE780E80}" destId="{FFE17AB4-99DA-4D00-AB2C-A656488B2C19}" srcOrd="15" destOrd="0" presId="urn:microsoft.com/office/officeart/2016/7/layout/RepeatingBendingProcessNew"/>
    <dgm:cxn modelId="{7E279574-9825-4A94-9F65-9278FACB564B}" type="presParOf" srcId="{FFE17AB4-99DA-4D00-AB2C-A656488B2C19}" destId="{A469B3BE-C5A3-4F59-8B5B-E723640DECF6}" srcOrd="0" destOrd="0" presId="urn:microsoft.com/office/officeart/2016/7/layout/RepeatingBendingProcessNew"/>
    <dgm:cxn modelId="{EC3C7C59-58CB-497D-A3F5-3C15506D8859}" type="presParOf" srcId="{84866EFD-5910-4902-951E-4B32BE780E80}" destId="{BFE83BCB-5144-4620-AC83-BDD65144185F}" srcOrd="16" destOrd="0" presId="urn:microsoft.com/office/officeart/2016/7/layout/RepeatingBendingProcessNew"/>
    <dgm:cxn modelId="{A61930A2-CE50-4573-ACF8-30493C4B574F}" type="presParOf" srcId="{84866EFD-5910-4902-951E-4B32BE780E80}" destId="{D53E9D21-58CF-4CB9-A99F-4171BF5FB2EA}" srcOrd="17" destOrd="0" presId="urn:microsoft.com/office/officeart/2016/7/layout/RepeatingBendingProcessNew"/>
    <dgm:cxn modelId="{5F067C4F-10A0-4338-BF2E-3FB12A440350}" type="presParOf" srcId="{D53E9D21-58CF-4CB9-A99F-4171BF5FB2EA}" destId="{DBB97249-BDB8-4D13-9C47-097EEAAF0FD2}" srcOrd="0" destOrd="0" presId="urn:microsoft.com/office/officeart/2016/7/layout/RepeatingBendingProcessNew"/>
    <dgm:cxn modelId="{8869B364-0DE7-4376-B2A5-FB8F0865D90F}" type="presParOf" srcId="{84866EFD-5910-4902-951E-4B32BE780E80}" destId="{DBE54B4B-71A2-4186-839B-A9F0DF70942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F14B6D0-860A-4759-926D-5D96CBAD37F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C839996C-A2C8-4D65-B1F5-7ADE4AF815B2}">
      <dgm:prSet custT="1"/>
      <dgm:spPr/>
      <dgm:t>
        <a:bodyPr/>
        <a:lstStyle/>
        <a:p>
          <a:pPr algn="ctr"/>
          <a:r>
            <a:rPr lang="ar-MA" sz="2000" b="1">
              <a:solidFill>
                <a:schemeClr val="tx1">
                  <a:lumMod val="75000"/>
                  <a:lumOff val="25000"/>
                </a:schemeClr>
              </a:solidFill>
            </a:rPr>
            <a:t>الإعداد المادي:</a:t>
          </a:r>
          <a:endParaRPr lang="en-US" sz="2000" b="1">
            <a:solidFill>
              <a:schemeClr val="tx1">
                <a:lumMod val="75000"/>
                <a:lumOff val="25000"/>
              </a:schemeClr>
            </a:solidFill>
          </a:endParaRPr>
        </a:p>
      </dgm:t>
    </dgm:pt>
    <dgm:pt modelId="{F3DC4EE2-B27C-4771-946A-F9883F340DBD}" type="parTrans" cxnId="{93374AE1-2BB4-4C34-BEBA-F3DDEB2E3FD9}">
      <dgm:prSet/>
      <dgm:spPr/>
      <dgm:t>
        <a:bodyPr/>
        <a:lstStyle/>
        <a:p>
          <a:endParaRPr lang="en-US"/>
        </a:p>
      </dgm:t>
    </dgm:pt>
    <dgm:pt modelId="{45B771EE-4818-472E-BA1C-443BFABFB9E0}" type="sibTrans" cxnId="{93374AE1-2BB4-4C34-BEBA-F3DDEB2E3FD9}">
      <dgm:prSet/>
      <dgm:spPr/>
      <dgm:t>
        <a:bodyPr/>
        <a:lstStyle/>
        <a:p>
          <a:endParaRPr lang="en-US"/>
        </a:p>
      </dgm:t>
    </dgm:pt>
    <dgm:pt modelId="{1EB05B9A-FA15-42C2-BCCB-748828D18D6C}">
      <dgm:prSet custT="1"/>
      <dgm:spPr/>
      <dgm:t>
        <a:bodyPr/>
        <a:lstStyle/>
        <a:p>
          <a:pPr algn="ctr"/>
          <a:r>
            <a:rPr lang="ar-MA" sz="2000" b="1">
              <a:solidFill>
                <a:schemeClr val="tx1">
                  <a:lumMod val="75000"/>
                  <a:lumOff val="25000"/>
                </a:schemeClr>
              </a:solidFill>
            </a:rPr>
            <a:t>تنظيم الجيش إلى ميمنة وميسرة وقلب بقيادات محددة</a:t>
          </a:r>
          <a:endParaRPr lang="en-US" sz="2000" b="1">
            <a:solidFill>
              <a:schemeClr val="tx1">
                <a:lumMod val="75000"/>
                <a:lumOff val="25000"/>
              </a:schemeClr>
            </a:solidFill>
          </a:endParaRPr>
        </a:p>
      </dgm:t>
    </dgm:pt>
    <dgm:pt modelId="{948433CD-E318-4497-8DF5-5BE8928CD272}" type="parTrans" cxnId="{F1A5999B-6A1A-4258-83C2-A75AF14A9F64}">
      <dgm:prSet/>
      <dgm:spPr/>
      <dgm:t>
        <a:bodyPr/>
        <a:lstStyle/>
        <a:p>
          <a:endParaRPr lang="en-US"/>
        </a:p>
      </dgm:t>
    </dgm:pt>
    <dgm:pt modelId="{2048E1FE-AD76-44FE-A452-DA0D9ED47168}" type="sibTrans" cxnId="{F1A5999B-6A1A-4258-83C2-A75AF14A9F64}">
      <dgm:prSet/>
      <dgm:spPr/>
      <dgm:t>
        <a:bodyPr/>
        <a:lstStyle/>
        <a:p>
          <a:endParaRPr lang="en-US"/>
        </a:p>
      </dgm:t>
    </dgm:pt>
    <dgm:pt modelId="{50DD227B-FE35-4AEF-A01E-F4A17C436E0B}">
      <dgm:prSet custT="1"/>
      <dgm:spPr/>
      <dgm:t>
        <a:bodyPr/>
        <a:lstStyle/>
        <a:p>
          <a:pPr algn="ctr"/>
          <a:r>
            <a:rPr lang="ar-MA" sz="2000" b="1">
              <a:solidFill>
                <a:schemeClr val="tx1">
                  <a:lumMod val="75000"/>
                  <a:lumOff val="25000"/>
                </a:schemeClr>
              </a:solidFill>
            </a:rPr>
            <a:t>التخطيط المسبق لاستراتيجية المعركة والمواقع القتالية</a:t>
          </a:r>
          <a:endParaRPr lang="en-US" sz="2000" b="1">
            <a:solidFill>
              <a:schemeClr val="tx1">
                <a:lumMod val="75000"/>
                <a:lumOff val="25000"/>
              </a:schemeClr>
            </a:solidFill>
          </a:endParaRPr>
        </a:p>
      </dgm:t>
    </dgm:pt>
    <dgm:pt modelId="{BCF945E2-C5C8-41FA-BB5C-E7CD311928F7}" type="parTrans" cxnId="{01FA7A51-DD8A-4056-9BBF-4E07308EA1EC}">
      <dgm:prSet/>
      <dgm:spPr/>
      <dgm:t>
        <a:bodyPr/>
        <a:lstStyle/>
        <a:p>
          <a:endParaRPr lang="en-US"/>
        </a:p>
      </dgm:t>
    </dgm:pt>
    <dgm:pt modelId="{E34FB100-D5C6-441F-AABA-E1A1CF52267F}" type="sibTrans" cxnId="{01FA7A51-DD8A-4056-9BBF-4E07308EA1EC}">
      <dgm:prSet/>
      <dgm:spPr/>
      <dgm:t>
        <a:bodyPr/>
        <a:lstStyle/>
        <a:p>
          <a:endParaRPr lang="en-US"/>
        </a:p>
      </dgm:t>
    </dgm:pt>
    <dgm:pt modelId="{F64F9575-980B-4469-B7BA-E806674F471F}">
      <dgm:prSet custT="1"/>
      <dgm:spPr/>
      <dgm:t>
        <a:bodyPr/>
        <a:lstStyle/>
        <a:p>
          <a:pPr algn="ctr"/>
          <a:r>
            <a:rPr lang="ar-MA" sz="2000" b="1" dirty="0">
              <a:solidFill>
                <a:schemeClr val="tx1">
                  <a:lumMod val="75000"/>
                  <a:lumOff val="25000"/>
                </a:schemeClr>
              </a:solidFill>
            </a:rPr>
            <a:t>استغلال الموارد المتاحة (الماء، الموقع، الرصد) بكفاءة</a:t>
          </a:r>
          <a:endParaRPr lang="en-US" sz="2000" b="1" dirty="0">
            <a:solidFill>
              <a:schemeClr val="tx1">
                <a:lumMod val="75000"/>
                <a:lumOff val="25000"/>
              </a:schemeClr>
            </a:solidFill>
          </a:endParaRPr>
        </a:p>
      </dgm:t>
    </dgm:pt>
    <dgm:pt modelId="{2DDE5D2A-DEF7-4850-B714-A6F9D59B6737}" type="parTrans" cxnId="{291705E7-6DB6-4E6C-A75A-427EC1B938F4}">
      <dgm:prSet/>
      <dgm:spPr/>
      <dgm:t>
        <a:bodyPr/>
        <a:lstStyle/>
        <a:p>
          <a:endParaRPr lang="en-US"/>
        </a:p>
      </dgm:t>
    </dgm:pt>
    <dgm:pt modelId="{B58989C9-ECFA-4F79-833F-3FF0F1709010}" type="sibTrans" cxnId="{291705E7-6DB6-4E6C-A75A-427EC1B938F4}">
      <dgm:prSet/>
      <dgm:spPr/>
      <dgm:t>
        <a:bodyPr/>
        <a:lstStyle/>
        <a:p>
          <a:endParaRPr lang="en-US"/>
        </a:p>
      </dgm:t>
    </dgm:pt>
    <dgm:pt modelId="{B9626243-227E-4A52-8124-0009343606FF}">
      <dgm:prSet custT="1"/>
      <dgm:spPr/>
      <dgm:t>
        <a:bodyPr/>
        <a:lstStyle/>
        <a:p>
          <a:pPr algn="ctr"/>
          <a:r>
            <a:rPr lang="ar-MA" sz="2000" b="1" dirty="0">
              <a:solidFill>
                <a:schemeClr val="tx1">
                  <a:lumMod val="75000"/>
                  <a:lumOff val="25000"/>
                </a:schemeClr>
              </a:solidFill>
            </a:rPr>
            <a:t>وضع خطة للمبارزات الفردية في بداية المعركة (حمزة، علي، عبيدة)</a:t>
          </a:r>
          <a:endParaRPr lang="en-US" sz="2000" b="1" dirty="0">
            <a:solidFill>
              <a:schemeClr val="tx1">
                <a:lumMod val="75000"/>
                <a:lumOff val="25000"/>
              </a:schemeClr>
            </a:solidFill>
          </a:endParaRPr>
        </a:p>
      </dgm:t>
    </dgm:pt>
    <dgm:pt modelId="{6992C766-84A0-4E3F-9DF2-7FD26403197B}" type="parTrans" cxnId="{D9EF6863-C602-4640-A5A3-C6CF0B8DF68F}">
      <dgm:prSet/>
      <dgm:spPr/>
      <dgm:t>
        <a:bodyPr/>
        <a:lstStyle/>
        <a:p>
          <a:endParaRPr lang="en-US"/>
        </a:p>
      </dgm:t>
    </dgm:pt>
    <dgm:pt modelId="{EBDD3849-8EF5-417D-907E-5AC3C39F056C}" type="sibTrans" cxnId="{D9EF6863-C602-4640-A5A3-C6CF0B8DF68F}">
      <dgm:prSet/>
      <dgm:spPr/>
      <dgm:t>
        <a:bodyPr/>
        <a:lstStyle/>
        <a:p>
          <a:endParaRPr lang="en-US"/>
        </a:p>
      </dgm:t>
    </dgm:pt>
    <dgm:pt modelId="{E60FF760-C303-4150-AE93-CEC9C21EF052}">
      <dgm:prSet custT="1"/>
      <dgm:spPr/>
      <dgm:t>
        <a:bodyPr/>
        <a:lstStyle/>
        <a:p>
          <a:pPr algn="ctr"/>
          <a:r>
            <a:rPr lang="ar-MA" sz="2000" b="1">
              <a:solidFill>
                <a:schemeClr val="tx1">
                  <a:lumMod val="75000"/>
                  <a:lumOff val="25000"/>
                </a:schemeClr>
              </a:solidFill>
            </a:rPr>
            <a:t>الإعداد المعنوي:</a:t>
          </a:r>
          <a:endParaRPr lang="en-US" sz="2000" b="1">
            <a:solidFill>
              <a:schemeClr val="tx1">
                <a:lumMod val="75000"/>
                <a:lumOff val="25000"/>
              </a:schemeClr>
            </a:solidFill>
          </a:endParaRPr>
        </a:p>
      </dgm:t>
    </dgm:pt>
    <dgm:pt modelId="{E50A1F41-CBE1-4240-9FB4-8ED21E38ED0A}" type="parTrans" cxnId="{4AF0A259-784F-4F9C-AC6A-167BDF69A95E}">
      <dgm:prSet/>
      <dgm:spPr/>
      <dgm:t>
        <a:bodyPr/>
        <a:lstStyle/>
        <a:p>
          <a:endParaRPr lang="en-US"/>
        </a:p>
      </dgm:t>
    </dgm:pt>
    <dgm:pt modelId="{DE0DC043-305C-4D4D-9B7E-514F3591C914}" type="sibTrans" cxnId="{4AF0A259-784F-4F9C-AC6A-167BDF69A95E}">
      <dgm:prSet/>
      <dgm:spPr/>
      <dgm:t>
        <a:bodyPr/>
        <a:lstStyle/>
        <a:p>
          <a:endParaRPr lang="en-US"/>
        </a:p>
      </dgm:t>
    </dgm:pt>
    <dgm:pt modelId="{A20552DC-05BC-441F-BD02-C37B19E34898}">
      <dgm:prSet custT="1"/>
      <dgm:spPr/>
      <dgm:t>
        <a:bodyPr/>
        <a:lstStyle/>
        <a:p>
          <a:pPr algn="ctr"/>
          <a:r>
            <a:rPr lang="ar-MA" sz="2000" b="1">
              <a:solidFill>
                <a:schemeClr val="tx1">
                  <a:lumMod val="75000"/>
                  <a:lumOff val="25000"/>
                </a:schemeClr>
              </a:solidFill>
            </a:rPr>
            <a:t>تحفيز النبي ﷺ للصحابة بذكر فضل الشهادة والجهاد</a:t>
          </a:r>
          <a:endParaRPr lang="en-US" sz="2000" b="1">
            <a:solidFill>
              <a:schemeClr val="tx1">
                <a:lumMod val="75000"/>
                <a:lumOff val="25000"/>
              </a:schemeClr>
            </a:solidFill>
          </a:endParaRPr>
        </a:p>
      </dgm:t>
    </dgm:pt>
    <dgm:pt modelId="{9282A91C-1306-437C-9A5E-8F34AAE3A5C3}" type="parTrans" cxnId="{7A0AD51F-6F84-4CC1-A8EB-B43E41BD4AE7}">
      <dgm:prSet/>
      <dgm:spPr/>
      <dgm:t>
        <a:bodyPr/>
        <a:lstStyle/>
        <a:p>
          <a:endParaRPr lang="en-US"/>
        </a:p>
      </dgm:t>
    </dgm:pt>
    <dgm:pt modelId="{BF1BE3DD-FAA4-4488-9D10-0909574D08D3}" type="sibTrans" cxnId="{7A0AD51F-6F84-4CC1-A8EB-B43E41BD4AE7}">
      <dgm:prSet/>
      <dgm:spPr/>
      <dgm:t>
        <a:bodyPr/>
        <a:lstStyle/>
        <a:p>
          <a:endParaRPr lang="en-US"/>
        </a:p>
      </dgm:t>
    </dgm:pt>
    <dgm:pt modelId="{C6C0A2F9-503E-4370-8A50-01EC4592293E}">
      <dgm:prSet custT="1"/>
      <dgm:spPr/>
      <dgm:t>
        <a:bodyPr/>
        <a:lstStyle/>
        <a:p>
          <a:pPr algn="ctr"/>
          <a:r>
            <a:rPr lang="ar-MA" sz="2000" b="1">
              <a:solidFill>
                <a:schemeClr val="tx1">
                  <a:lumMod val="75000"/>
                  <a:lumOff val="25000"/>
                </a:schemeClr>
              </a:solidFill>
            </a:rPr>
            <a:t>"والذي نفس محمد بيده، لا يقاتلهم اليوم رجل فيقتل صابراً محتسباً، مقبلاً غير مدبر، إلا أدخله الله الجنة"</a:t>
          </a:r>
          <a:endParaRPr lang="en-US" sz="2000" b="1">
            <a:solidFill>
              <a:schemeClr val="tx1">
                <a:lumMod val="75000"/>
                <a:lumOff val="25000"/>
              </a:schemeClr>
            </a:solidFill>
          </a:endParaRPr>
        </a:p>
      </dgm:t>
    </dgm:pt>
    <dgm:pt modelId="{BE5F2F99-899D-4426-A389-8EA5FB9F178D}" type="parTrans" cxnId="{4B9D9A80-9B86-40C2-99F4-5BA700DC3901}">
      <dgm:prSet/>
      <dgm:spPr/>
      <dgm:t>
        <a:bodyPr/>
        <a:lstStyle/>
        <a:p>
          <a:endParaRPr lang="en-US"/>
        </a:p>
      </dgm:t>
    </dgm:pt>
    <dgm:pt modelId="{49D8BEBF-DF84-4F18-AEA9-EFA5BEB1515A}" type="sibTrans" cxnId="{4B9D9A80-9B86-40C2-99F4-5BA700DC3901}">
      <dgm:prSet/>
      <dgm:spPr/>
      <dgm:t>
        <a:bodyPr/>
        <a:lstStyle/>
        <a:p>
          <a:endParaRPr lang="en-US"/>
        </a:p>
      </dgm:t>
    </dgm:pt>
    <dgm:pt modelId="{1AED7E64-E7D3-4006-978B-2C7C6133706E}">
      <dgm:prSet custT="1"/>
      <dgm:spPr/>
      <dgm:t>
        <a:bodyPr/>
        <a:lstStyle/>
        <a:p>
          <a:pPr algn="ctr"/>
          <a:r>
            <a:rPr lang="ar-MA" sz="2000" b="1">
              <a:solidFill>
                <a:schemeClr val="tx1">
                  <a:lumMod val="75000"/>
                  <a:lumOff val="25000"/>
                </a:schemeClr>
              </a:solidFill>
            </a:rPr>
            <a:t>رفع الروح المعنوية من خلال التذكير بظلم قريش وبغيها</a:t>
          </a:r>
          <a:endParaRPr lang="en-US" sz="2000" b="1">
            <a:solidFill>
              <a:schemeClr val="tx1">
                <a:lumMod val="75000"/>
                <a:lumOff val="25000"/>
              </a:schemeClr>
            </a:solidFill>
          </a:endParaRPr>
        </a:p>
      </dgm:t>
    </dgm:pt>
    <dgm:pt modelId="{6E36605D-E071-4D5C-8411-346E64238946}" type="parTrans" cxnId="{B54443A2-E409-4DF0-AFA0-3E4E390D4C9B}">
      <dgm:prSet/>
      <dgm:spPr/>
      <dgm:t>
        <a:bodyPr/>
        <a:lstStyle/>
        <a:p>
          <a:endParaRPr lang="en-US"/>
        </a:p>
      </dgm:t>
    </dgm:pt>
    <dgm:pt modelId="{B9D7B145-6835-406D-94B0-5AA30E0D9AA1}" type="sibTrans" cxnId="{B54443A2-E409-4DF0-AFA0-3E4E390D4C9B}">
      <dgm:prSet/>
      <dgm:spPr/>
      <dgm:t>
        <a:bodyPr/>
        <a:lstStyle/>
        <a:p>
          <a:endParaRPr lang="en-US"/>
        </a:p>
      </dgm:t>
    </dgm:pt>
    <dgm:pt modelId="{49B5A964-FC69-4374-9925-19A21B16ED0C}">
      <dgm:prSet custT="1"/>
      <dgm:spPr/>
      <dgm:t>
        <a:bodyPr/>
        <a:lstStyle/>
        <a:p>
          <a:pPr algn="ctr"/>
          <a:r>
            <a:rPr lang="ar-MA" sz="2000" b="1" dirty="0">
              <a:solidFill>
                <a:schemeClr val="tx1">
                  <a:lumMod val="75000"/>
                  <a:lumOff val="25000"/>
                </a:schemeClr>
              </a:solidFill>
            </a:rPr>
            <a:t>بث اليقين بالنصر: "هذا مصرع فلان غداً، وهذا مصرع فلان غداً"</a:t>
          </a:r>
          <a:endParaRPr lang="en-US" sz="2000" b="1" dirty="0">
            <a:solidFill>
              <a:schemeClr val="tx1">
                <a:lumMod val="75000"/>
                <a:lumOff val="25000"/>
              </a:schemeClr>
            </a:solidFill>
          </a:endParaRPr>
        </a:p>
      </dgm:t>
    </dgm:pt>
    <dgm:pt modelId="{1F0D79E7-6AF5-401D-B2D4-77CF63B015AD}" type="parTrans" cxnId="{3C85AB8E-9679-48E6-8C58-D0F3E4394040}">
      <dgm:prSet/>
      <dgm:spPr/>
      <dgm:t>
        <a:bodyPr/>
        <a:lstStyle/>
        <a:p>
          <a:endParaRPr lang="en-US"/>
        </a:p>
      </dgm:t>
    </dgm:pt>
    <dgm:pt modelId="{EE3E61B8-9BD5-4A41-8315-D0727B701B51}" type="sibTrans" cxnId="{3C85AB8E-9679-48E6-8C58-D0F3E4394040}">
      <dgm:prSet/>
      <dgm:spPr/>
      <dgm:t>
        <a:bodyPr/>
        <a:lstStyle/>
        <a:p>
          <a:endParaRPr lang="en-US"/>
        </a:p>
      </dgm:t>
    </dgm:pt>
    <dgm:pt modelId="{4733E1F3-0B5D-4B7B-86C3-B626524285D6}" type="pres">
      <dgm:prSet presAssocID="{BF14B6D0-860A-4759-926D-5D96CBAD37FE}" presName="linear" presStyleCnt="0">
        <dgm:presLayoutVars>
          <dgm:animLvl val="lvl"/>
          <dgm:resizeHandles val="exact"/>
        </dgm:presLayoutVars>
      </dgm:prSet>
      <dgm:spPr/>
    </dgm:pt>
    <dgm:pt modelId="{D3EB8C2A-F16E-4604-903E-C6DB3E38D058}" type="pres">
      <dgm:prSet presAssocID="{C839996C-A2C8-4D65-B1F5-7ADE4AF815B2}" presName="parentText" presStyleLbl="node1" presStyleIdx="0" presStyleCnt="10">
        <dgm:presLayoutVars>
          <dgm:chMax val="0"/>
          <dgm:bulletEnabled val="1"/>
        </dgm:presLayoutVars>
      </dgm:prSet>
      <dgm:spPr/>
    </dgm:pt>
    <dgm:pt modelId="{0F905EBE-EFB9-4005-93D3-5B6E0D8FE2F6}" type="pres">
      <dgm:prSet presAssocID="{45B771EE-4818-472E-BA1C-443BFABFB9E0}" presName="spacer" presStyleCnt="0"/>
      <dgm:spPr/>
    </dgm:pt>
    <dgm:pt modelId="{DEB96FCC-7C5F-4DF0-AF0A-06D7F1276D67}" type="pres">
      <dgm:prSet presAssocID="{1EB05B9A-FA15-42C2-BCCB-748828D18D6C}" presName="parentText" presStyleLbl="node1" presStyleIdx="1" presStyleCnt="10">
        <dgm:presLayoutVars>
          <dgm:chMax val="0"/>
          <dgm:bulletEnabled val="1"/>
        </dgm:presLayoutVars>
      </dgm:prSet>
      <dgm:spPr/>
    </dgm:pt>
    <dgm:pt modelId="{ED45F60E-E401-410C-92F6-E52E43C50CC6}" type="pres">
      <dgm:prSet presAssocID="{2048E1FE-AD76-44FE-A452-DA0D9ED47168}" presName="spacer" presStyleCnt="0"/>
      <dgm:spPr/>
    </dgm:pt>
    <dgm:pt modelId="{C0C43505-5E34-47A4-BDDA-59F2FDA59336}" type="pres">
      <dgm:prSet presAssocID="{50DD227B-FE35-4AEF-A01E-F4A17C436E0B}" presName="parentText" presStyleLbl="node1" presStyleIdx="2" presStyleCnt="10">
        <dgm:presLayoutVars>
          <dgm:chMax val="0"/>
          <dgm:bulletEnabled val="1"/>
        </dgm:presLayoutVars>
      </dgm:prSet>
      <dgm:spPr/>
    </dgm:pt>
    <dgm:pt modelId="{11507507-BA4F-40D3-8876-2FF3BC8138E8}" type="pres">
      <dgm:prSet presAssocID="{E34FB100-D5C6-441F-AABA-E1A1CF52267F}" presName="spacer" presStyleCnt="0"/>
      <dgm:spPr/>
    </dgm:pt>
    <dgm:pt modelId="{1D05494E-EB3A-476B-B209-3EC8C3C6CCB1}" type="pres">
      <dgm:prSet presAssocID="{F64F9575-980B-4469-B7BA-E806674F471F}" presName="parentText" presStyleLbl="node1" presStyleIdx="3" presStyleCnt="10">
        <dgm:presLayoutVars>
          <dgm:chMax val="0"/>
          <dgm:bulletEnabled val="1"/>
        </dgm:presLayoutVars>
      </dgm:prSet>
      <dgm:spPr/>
    </dgm:pt>
    <dgm:pt modelId="{C37B990D-FDEC-4984-9E67-507B5722A797}" type="pres">
      <dgm:prSet presAssocID="{B58989C9-ECFA-4F79-833F-3FF0F1709010}" presName="spacer" presStyleCnt="0"/>
      <dgm:spPr/>
    </dgm:pt>
    <dgm:pt modelId="{1DE69529-507C-471D-A2CB-97E8DE776B2B}" type="pres">
      <dgm:prSet presAssocID="{B9626243-227E-4A52-8124-0009343606FF}" presName="parentText" presStyleLbl="node1" presStyleIdx="4" presStyleCnt="10">
        <dgm:presLayoutVars>
          <dgm:chMax val="0"/>
          <dgm:bulletEnabled val="1"/>
        </dgm:presLayoutVars>
      </dgm:prSet>
      <dgm:spPr/>
    </dgm:pt>
    <dgm:pt modelId="{78F7C5E2-649A-4E41-A4C5-3FDB97A5AB6F}" type="pres">
      <dgm:prSet presAssocID="{EBDD3849-8EF5-417D-907E-5AC3C39F056C}" presName="spacer" presStyleCnt="0"/>
      <dgm:spPr/>
    </dgm:pt>
    <dgm:pt modelId="{AA00D58A-F497-4E90-81A0-0F3A5560E8B1}" type="pres">
      <dgm:prSet presAssocID="{E60FF760-C303-4150-AE93-CEC9C21EF052}" presName="parentText" presStyleLbl="node1" presStyleIdx="5" presStyleCnt="10">
        <dgm:presLayoutVars>
          <dgm:chMax val="0"/>
          <dgm:bulletEnabled val="1"/>
        </dgm:presLayoutVars>
      </dgm:prSet>
      <dgm:spPr/>
    </dgm:pt>
    <dgm:pt modelId="{613ECB22-ED20-4E84-84BA-8C1881610FD1}" type="pres">
      <dgm:prSet presAssocID="{DE0DC043-305C-4D4D-9B7E-514F3591C914}" presName="spacer" presStyleCnt="0"/>
      <dgm:spPr/>
    </dgm:pt>
    <dgm:pt modelId="{F0ECF2FF-D368-461B-8667-D13FF97EB2C0}" type="pres">
      <dgm:prSet presAssocID="{A20552DC-05BC-441F-BD02-C37B19E34898}" presName="parentText" presStyleLbl="node1" presStyleIdx="6" presStyleCnt="10">
        <dgm:presLayoutVars>
          <dgm:chMax val="0"/>
          <dgm:bulletEnabled val="1"/>
        </dgm:presLayoutVars>
      </dgm:prSet>
      <dgm:spPr/>
    </dgm:pt>
    <dgm:pt modelId="{640D3390-B93A-4B02-B23D-8E5156157DAA}" type="pres">
      <dgm:prSet presAssocID="{BF1BE3DD-FAA4-4488-9D10-0909574D08D3}" presName="spacer" presStyleCnt="0"/>
      <dgm:spPr/>
    </dgm:pt>
    <dgm:pt modelId="{9DC10DC6-E437-4257-8493-BBD349C8D4A3}" type="pres">
      <dgm:prSet presAssocID="{C6C0A2F9-503E-4370-8A50-01EC4592293E}" presName="parentText" presStyleLbl="node1" presStyleIdx="7" presStyleCnt="10">
        <dgm:presLayoutVars>
          <dgm:chMax val="0"/>
          <dgm:bulletEnabled val="1"/>
        </dgm:presLayoutVars>
      </dgm:prSet>
      <dgm:spPr/>
    </dgm:pt>
    <dgm:pt modelId="{8A321D76-0896-4577-837B-4EB30D3E8695}" type="pres">
      <dgm:prSet presAssocID="{49D8BEBF-DF84-4F18-AEA9-EFA5BEB1515A}" presName="spacer" presStyleCnt="0"/>
      <dgm:spPr/>
    </dgm:pt>
    <dgm:pt modelId="{54042317-22D5-49BA-A5FE-C2592B67AB73}" type="pres">
      <dgm:prSet presAssocID="{1AED7E64-E7D3-4006-978B-2C7C6133706E}" presName="parentText" presStyleLbl="node1" presStyleIdx="8" presStyleCnt="10">
        <dgm:presLayoutVars>
          <dgm:chMax val="0"/>
          <dgm:bulletEnabled val="1"/>
        </dgm:presLayoutVars>
      </dgm:prSet>
      <dgm:spPr/>
    </dgm:pt>
    <dgm:pt modelId="{70E1185D-18EF-4608-90F8-36FC3E96B6A9}" type="pres">
      <dgm:prSet presAssocID="{B9D7B145-6835-406D-94B0-5AA30E0D9AA1}" presName="spacer" presStyleCnt="0"/>
      <dgm:spPr/>
    </dgm:pt>
    <dgm:pt modelId="{0277E69D-29C1-4C94-8B04-096F64650DE2}" type="pres">
      <dgm:prSet presAssocID="{49B5A964-FC69-4374-9925-19A21B16ED0C}" presName="parentText" presStyleLbl="node1" presStyleIdx="9" presStyleCnt="10">
        <dgm:presLayoutVars>
          <dgm:chMax val="0"/>
          <dgm:bulletEnabled val="1"/>
        </dgm:presLayoutVars>
      </dgm:prSet>
      <dgm:spPr/>
    </dgm:pt>
  </dgm:ptLst>
  <dgm:cxnLst>
    <dgm:cxn modelId="{55102817-BDFA-4A3A-A15A-955E480E963B}" type="presOf" srcId="{1EB05B9A-FA15-42C2-BCCB-748828D18D6C}" destId="{DEB96FCC-7C5F-4DF0-AF0A-06D7F1276D67}" srcOrd="0" destOrd="0" presId="urn:microsoft.com/office/officeart/2005/8/layout/vList2"/>
    <dgm:cxn modelId="{6C18E41D-6D5B-4C0A-9BDC-5AD64ECE9987}" type="presOf" srcId="{49B5A964-FC69-4374-9925-19A21B16ED0C}" destId="{0277E69D-29C1-4C94-8B04-096F64650DE2}" srcOrd="0" destOrd="0" presId="urn:microsoft.com/office/officeart/2005/8/layout/vList2"/>
    <dgm:cxn modelId="{7A0AD51F-6F84-4CC1-A8EB-B43E41BD4AE7}" srcId="{BF14B6D0-860A-4759-926D-5D96CBAD37FE}" destId="{A20552DC-05BC-441F-BD02-C37B19E34898}" srcOrd="6" destOrd="0" parTransId="{9282A91C-1306-437C-9A5E-8F34AAE3A5C3}" sibTransId="{BF1BE3DD-FAA4-4488-9D10-0909574D08D3}"/>
    <dgm:cxn modelId="{D4418121-E3EA-44B5-9EAB-558D52078C85}" type="presOf" srcId="{BF14B6D0-860A-4759-926D-5D96CBAD37FE}" destId="{4733E1F3-0B5D-4B7B-86C3-B626524285D6}" srcOrd="0" destOrd="0" presId="urn:microsoft.com/office/officeart/2005/8/layout/vList2"/>
    <dgm:cxn modelId="{725BD736-A927-4F3D-864B-FA8C8D111067}" type="presOf" srcId="{C839996C-A2C8-4D65-B1F5-7ADE4AF815B2}" destId="{D3EB8C2A-F16E-4604-903E-C6DB3E38D058}" srcOrd="0" destOrd="0" presId="urn:microsoft.com/office/officeart/2005/8/layout/vList2"/>
    <dgm:cxn modelId="{E68E3A3D-F944-451A-A99C-3D643A6016A6}" type="presOf" srcId="{1AED7E64-E7D3-4006-978B-2C7C6133706E}" destId="{54042317-22D5-49BA-A5FE-C2592B67AB73}" srcOrd="0" destOrd="0" presId="urn:microsoft.com/office/officeart/2005/8/layout/vList2"/>
    <dgm:cxn modelId="{D9EF6863-C602-4640-A5A3-C6CF0B8DF68F}" srcId="{BF14B6D0-860A-4759-926D-5D96CBAD37FE}" destId="{B9626243-227E-4A52-8124-0009343606FF}" srcOrd="4" destOrd="0" parTransId="{6992C766-84A0-4E3F-9DF2-7FD26403197B}" sibTransId="{EBDD3849-8EF5-417D-907E-5AC3C39F056C}"/>
    <dgm:cxn modelId="{01FA7A51-DD8A-4056-9BBF-4E07308EA1EC}" srcId="{BF14B6D0-860A-4759-926D-5D96CBAD37FE}" destId="{50DD227B-FE35-4AEF-A01E-F4A17C436E0B}" srcOrd="2" destOrd="0" parTransId="{BCF945E2-C5C8-41FA-BB5C-E7CD311928F7}" sibTransId="{E34FB100-D5C6-441F-AABA-E1A1CF52267F}"/>
    <dgm:cxn modelId="{1D6BB472-7099-45E1-97EB-6F5F3AF565F4}" type="presOf" srcId="{C6C0A2F9-503E-4370-8A50-01EC4592293E}" destId="{9DC10DC6-E437-4257-8493-BBD349C8D4A3}" srcOrd="0" destOrd="0" presId="urn:microsoft.com/office/officeart/2005/8/layout/vList2"/>
    <dgm:cxn modelId="{4AF0A259-784F-4F9C-AC6A-167BDF69A95E}" srcId="{BF14B6D0-860A-4759-926D-5D96CBAD37FE}" destId="{E60FF760-C303-4150-AE93-CEC9C21EF052}" srcOrd="5" destOrd="0" parTransId="{E50A1F41-CBE1-4240-9FB4-8ED21E38ED0A}" sibTransId="{DE0DC043-305C-4D4D-9B7E-514F3591C914}"/>
    <dgm:cxn modelId="{02DAB05A-6B41-4A5F-B85B-CD7C3E042F31}" type="presOf" srcId="{B9626243-227E-4A52-8124-0009343606FF}" destId="{1DE69529-507C-471D-A2CB-97E8DE776B2B}" srcOrd="0" destOrd="0" presId="urn:microsoft.com/office/officeart/2005/8/layout/vList2"/>
    <dgm:cxn modelId="{4B9D9A80-9B86-40C2-99F4-5BA700DC3901}" srcId="{BF14B6D0-860A-4759-926D-5D96CBAD37FE}" destId="{C6C0A2F9-503E-4370-8A50-01EC4592293E}" srcOrd="7" destOrd="0" parTransId="{BE5F2F99-899D-4426-A389-8EA5FB9F178D}" sibTransId="{49D8BEBF-DF84-4F18-AEA9-EFA5BEB1515A}"/>
    <dgm:cxn modelId="{3C85AB8E-9679-48E6-8C58-D0F3E4394040}" srcId="{BF14B6D0-860A-4759-926D-5D96CBAD37FE}" destId="{49B5A964-FC69-4374-9925-19A21B16ED0C}" srcOrd="9" destOrd="0" parTransId="{1F0D79E7-6AF5-401D-B2D4-77CF63B015AD}" sibTransId="{EE3E61B8-9BD5-4A41-8315-D0727B701B51}"/>
    <dgm:cxn modelId="{F1A5999B-6A1A-4258-83C2-A75AF14A9F64}" srcId="{BF14B6D0-860A-4759-926D-5D96CBAD37FE}" destId="{1EB05B9A-FA15-42C2-BCCB-748828D18D6C}" srcOrd="1" destOrd="0" parTransId="{948433CD-E318-4497-8DF5-5BE8928CD272}" sibTransId="{2048E1FE-AD76-44FE-A452-DA0D9ED47168}"/>
    <dgm:cxn modelId="{B54443A2-E409-4DF0-AFA0-3E4E390D4C9B}" srcId="{BF14B6D0-860A-4759-926D-5D96CBAD37FE}" destId="{1AED7E64-E7D3-4006-978B-2C7C6133706E}" srcOrd="8" destOrd="0" parTransId="{6E36605D-E071-4D5C-8411-346E64238946}" sibTransId="{B9D7B145-6835-406D-94B0-5AA30E0D9AA1}"/>
    <dgm:cxn modelId="{A37A1CB6-7148-483C-8DD7-724BAD9F25F7}" type="presOf" srcId="{50DD227B-FE35-4AEF-A01E-F4A17C436E0B}" destId="{C0C43505-5E34-47A4-BDDA-59F2FDA59336}" srcOrd="0" destOrd="0" presId="urn:microsoft.com/office/officeart/2005/8/layout/vList2"/>
    <dgm:cxn modelId="{5D3313C9-4B2C-4736-8F89-4F8073510293}" type="presOf" srcId="{A20552DC-05BC-441F-BD02-C37B19E34898}" destId="{F0ECF2FF-D368-461B-8667-D13FF97EB2C0}" srcOrd="0" destOrd="0" presId="urn:microsoft.com/office/officeart/2005/8/layout/vList2"/>
    <dgm:cxn modelId="{7EFD95CA-0606-4F3B-8029-70145FDEE495}" type="presOf" srcId="{E60FF760-C303-4150-AE93-CEC9C21EF052}" destId="{AA00D58A-F497-4E90-81A0-0F3A5560E8B1}" srcOrd="0" destOrd="0" presId="urn:microsoft.com/office/officeart/2005/8/layout/vList2"/>
    <dgm:cxn modelId="{93374AE1-2BB4-4C34-BEBA-F3DDEB2E3FD9}" srcId="{BF14B6D0-860A-4759-926D-5D96CBAD37FE}" destId="{C839996C-A2C8-4D65-B1F5-7ADE4AF815B2}" srcOrd="0" destOrd="0" parTransId="{F3DC4EE2-B27C-4771-946A-F9883F340DBD}" sibTransId="{45B771EE-4818-472E-BA1C-443BFABFB9E0}"/>
    <dgm:cxn modelId="{E12C9FE1-F7B8-4F82-ABBB-36DCEB852E08}" type="presOf" srcId="{F64F9575-980B-4469-B7BA-E806674F471F}" destId="{1D05494E-EB3A-476B-B209-3EC8C3C6CCB1}" srcOrd="0" destOrd="0" presId="urn:microsoft.com/office/officeart/2005/8/layout/vList2"/>
    <dgm:cxn modelId="{291705E7-6DB6-4E6C-A75A-427EC1B938F4}" srcId="{BF14B6D0-860A-4759-926D-5D96CBAD37FE}" destId="{F64F9575-980B-4469-B7BA-E806674F471F}" srcOrd="3" destOrd="0" parTransId="{2DDE5D2A-DEF7-4850-B714-A6F9D59B6737}" sibTransId="{B58989C9-ECFA-4F79-833F-3FF0F1709010}"/>
    <dgm:cxn modelId="{B218AB63-6726-4922-A8D2-7811CF27F34D}" type="presParOf" srcId="{4733E1F3-0B5D-4B7B-86C3-B626524285D6}" destId="{D3EB8C2A-F16E-4604-903E-C6DB3E38D058}" srcOrd="0" destOrd="0" presId="urn:microsoft.com/office/officeart/2005/8/layout/vList2"/>
    <dgm:cxn modelId="{12475BC1-1BAA-4922-B437-1789BAA20450}" type="presParOf" srcId="{4733E1F3-0B5D-4B7B-86C3-B626524285D6}" destId="{0F905EBE-EFB9-4005-93D3-5B6E0D8FE2F6}" srcOrd="1" destOrd="0" presId="urn:microsoft.com/office/officeart/2005/8/layout/vList2"/>
    <dgm:cxn modelId="{5A44520D-97E2-4ED8-8398-BFC7A009EA14}" type="presParOf" srcId="{4733E1F3-0B5D-4B7B-86C3-B626524285D6}" destId="{DEB96FCC-7C5F-4DF0-AF0A-06D7F1276D67}" srcOrd="2" destOrd="0" presId="urn:microsoft.com/office/officeart/2005/8/layout/vList2"/>
    <dgm:cxn modelId="{D3FE0513-2B19-43F1-8B98-A09FB50A4419}" type="presParOf" srcId="{4733E1F3-0B5D-4B7B-86C3-B626524285D6}" destId="{ED45F60E-E401-410C-92F6-E52E43C50CC6}" srcOrd="3" destOrd="0" presId="urn:microsoft.com/office/officeart/2005/8/layout/vList2"/>
    <dgm:cxn modelId="{2E3471FA-BAA3-4DA4-8E57-F210065743E6}" type="presParOf" srcId="{4733E1F3-0B5D-4B7B-86C3-B626524285D6}" destId="{C0C43505-5E34-47A4-BDDA-59F2FDA59336}" srcOrd="4" destOrd="0" presId="urn:microsoft.com/office/officeart/2005/8/layout/vList2"/>
    <dgm:cxn modelId="{2A1E7A09-3638-41EB-9784-9E5CBE9571F2}" type="presParOf" srcId="{4733E1F3-0B5D-4B7B-86C3-B626524285D6}" destId="{11507507-BA4F-40D3-8876-2FF3BC8138E8}" srcOrd="5" destOrd="0" presId="urn:microsoft.com/office/officeart/2005/8/layout/vList2"/>
    <dgm:cxn modelId="{664E72D2-3E15-418C-AC6F-23AD6F8C36AD}" type="presParOf" srcId="{4733E1F3-0B5D-4B7B-86C3-B626524285D6}" destId="{1D05494E-EB3A-476B-B209-3EC8C3C6CCB1}" srcOrd="6" destOrd="0" presId="urn:microsoft.com/office/officeart/2005/8/layout/vList2"/>
    <dgm:cxn modelId="{E03A8299-6E8A-4087-B280-6E6F10A3C3E1}" type="presParOf" srcId="{4733E1F3-0B5D-4B7B-86C3-B626524285D6}" destId="{C37B990D-FDEC-4984-9E67-507B5722A797}" srcOrd="7" destOrd="0" presId="urn:microsoft.com/office/officeart/2005/8/layout/vList2"/>
    <dgm:cxn modelId="{4A5950C9-D57E-4115-ACA7-83CAC4982F7A}" type="presParOf" srcId="{4733E1F3-0B5D-4B7B-86C3-B626524285D6}" destId="{1DE69529-507C-471D-A2CB-97E8DE776B2B}" srcOrd="8" destOrd="0" presId="urn:microsoft.com/office/officeart/2005/8/layout/vList2"/>
    <dgm:cxn modelId="{9D14CCFB-3D9C-4E15-942B-092478431876}" type="presParOf" srcId="{4733E1F3-0B5D-4B7B-86C3-B626524285D6}" destId="{78F7C5E2-649A-4E41-A4C5-3FDB97A5AB6F}" srcOrd="9" destOrd="0" presId="urn:microsoft.com/office/officeart/2005/8/layout/vList2"/>
    <dgm:cxn modelId="{D2E2CD61-B954-4696-918D-FA8EA288C28D}" type="presParOf" srcId="{4733E1F3-0B5D-4B7B-86C3-B626524285D6}" destId="{AA00D58A-F497-4E90-81A0-0F3A5560E8B1}" srcOrd="10" destOrd="0" presId="urn:microsoft.com/office/officeart/2005/8/layout/vList2"/>
    <dgm:cxn modelId="{B5033EAA-F32F-4B1B-8E8D-3F7124296FF2}" type="presParOf" srcId="{4733E1F3-0B5D-4B7B-86C3-B626524285D6}" destId="{613ECB22-ED20-4E84-84BA-8C1881610FD1}" srcOrd="11" destOrd="0" presId="urn:microsoft.com/office/officeart/2005/8/layout/vList2"/>
    <dgm:cxn modelId="{753D5107-932D-4545-B259-5C534CCD6ACD}" type="presParOf" srcId="{4733E1F3-0B5D-4B7B-86C3-B626524285D6}" destId="{F0ECF2FF-D368-461B-8667-D13FF97EB2C0}" srcOrd="12" destOrd="0" presId="urn:microsoft.com/office/officeart/2005/8/layout/vList2"/>
    <dgm:cxn modelId="{DDA4E848-B71E-4951-BF50-37C927A36DA3}" type="presParOf" srcId="{4733E1F3-0B5D-4B7B-86C3-B626524285D6}" destId="{640D3390-B93A-4B02-B23D-8E5156157DAA}" srcOrd="13" destOrd="0" presId="urn:microsoft.com/office/officeart/2005/8/layout/vList2"/>
    <dgm:cxn modelId="{A3B42DED-8483-4456-865E-E4761677A652}" type="presParOf" srcId="{4733E1F3-0B5D-4B7B-86C3-B626524285D6}" destId="{9DC10DC6-E437-4257-8493-BBD349C8D4A3}" srcOrd="14" destOrd="0" presId="urn:microsoft.com/office/officeart/2005/8/layout/vList2"/>
    <dgm:cxn modelId="{AD1561C9-1902-4DD9-8F44-824A6D80DD80}" type="presParOf" srcId="{4733E1F3-0B5D-4B7B-86C3-B626524285D6}" destId="{8A321D76-0896-4577-837B-4EB30D3E8695}" srcOrd="15" destOrd="0" presId="urn:microsoft.com/office/officeart/2005/8/layout/vList2"/>
    <dgm:cxn modelId="{789289D5-6519-4FAF-A893-154844833552}" type="presParOf" srcId="{4733E1F3-0B5D-4B7B-86C3-B626524285D6}" destId="{54042317-22D5-49BA-A5FE-C2592B67AB73}" srcOrd="16" destOrd="0" presId="urn:microsoft.com/office/officeart/2005/8/layout/vList2"/>
    <dgm:cxn modelId="{C4FE01E8-123F-4420-BA72-DA78A07F3A18}" type="presParOf" srcId="{4733E1F3-0B5D-4B7B-86C3-B626524285D6}" destId="{70E1185D-18EF-4608-90F8-36FC3E96B6A9}" srcOrd="17" destOrd="0" presId="urn:microsoft.com/office/officeart/2005/8/layout/vList2"/>
    <dgm:cxn modelId="{6968B53D-67C7-4E8C-BAB1-0D83248F36E1}" type="presParOf" srcId="{4733E1F3-0B5D-4B7B-86C3-B626524285D6}" destId="{0277E69D-29C1-4C94-8B04-096F64650DE2}" srcOrd="1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D54C1A9-C97A-481D-8D60-28B764EDD1A2}"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39BC5528-494B-4ECA-BB78-1DCF083B9855}">
      <dgm:prSet custT="1"/>
      <dgm:spPr/>
      <dgm:t>
        <a:bodyPr/>
        <a:lstStyle/>
        <a:p>
          <a:r>
            <a:rPr lang="ar-MA" sz="2200" b="1" dirty="0"/>
            <a:t>المفهوم الإسلامي للتوكل:</a:t>
          </a:r>
          <a:endParaRPr lang="en-US" sz="2200" b="1" dirty="0"/>
        </a:p>
      </dgm:t>
    </dgm:pt>
    <dgm:pt modelId="{C4577F68-BD74-4163-8B8F-FF201E483C5E}" type="parTrans" cxnId="{AEEF9911-18E7-4394-8104-C4247C892F0F}">
      <dgm:prSet/>
      <dgm:spPr/>
      <dgm:t>
        <a:bodyPr/>
        <a:lstStyle/>
        <a:p>
          <a:endParaRPr lang="en-US"/>
        </a:p>
      </dgm:t>
    </dgm:pt>
    <dgm:pt modelId="{6F30ACDB-7779-4752-934B-7FCA7905BE60}" type="sibTrans" cxnId="{AEEF9911-18E7-4394-8104-C4247C892F0F}">
      <dgm:prSet/>
      <dgm:spPr/>
      <dgm:t>
        <a:bodyPr/>
        <a:lstStyle/>
        <a:p>
          <a:endParaRPr lang="en-US"/>
        </a:p>
      </dgm:t>
    </dgm:pt>
    <dgm:pt modelId="{F539AE49-F7E5-431B-96B3-3CD2CD909FA7}">
      <dgm:prSet custT="1"/>
      <dgm:spPr/>
      <dgm:t>
        <a:bodyPr/>
        <a:lstStyle/>
        <a:p>
          <a:r>
            <a:rPr lang="ar-MA" sz="2200" b="1"/>
            <a:t>ليس التواكل أو ترك الأسباب، بل هو الاعتماد على الله مع بذل الجهد</a:t>
          </a:r>
          <a:endParaRPr lang="en-US" sz="2200" b="1"/>
        </a:p>
      </dgm:t>
    </dgm:pt>
    <dgm:pt modelId="{2A6B038F-C3E1-4986-8FCA-2BD46A5888D6}" type="parTrans" cxnId="{FD375953-8C7A-453B-9402-98BC3A9CA4C1}">
      <dgm:prSet/>
      <dgm:spPr/>
      <dgm:t>
        <a:bodyPr/>
        <a:lstStyle/>
        <a:p>
          <a:endParaRPr lang="en-US"/>
        </a:p>
      </dgm:t>
    </dgm:pt>
    <dgm:pt modelId="{1772F770-64F7-466C-A076-0C03CE53C74A}" type="sibTrans" cxnId="{FD375953-8C7A-453B-9402-98BC3A9CA4C1}">
      <dgm:prSet/>
      <dgm:spPr/>
      <dgm:t>
        <a:bodyPr/>
        <a:lstStyle/>
        <a:p>
          <a:endParaRPr lang="en-US"/>
        </a:p>
      </dgm:t>
    </dgm:pt>
    <dgm:pt modelId="{85BC9699-EF7E-4FDE-B5C9-7874F29C0701}">
      <dgm:prSet custT="1"/>
      <dgm:spPr/>
      <dgm:t>
        <a:bodyPr/>
        <a:lstStyle/>
        <a:p>
          <a:r>
            <a:rPr lang="ar-MA" sz="2200" b="1"/>
            <a:t>"اعقلها وتوكل" - قصة الأعرابي مع النبي ﷺ</a:t>
          </a:r>
          <a:endParaRPr lang="en-US" sz="2200" b="1"/>
        </a:p>
      </dgm:t>
    </dgm:pt>
    <dgm:pt modelId="{754F5B58-BABF-4D42-AF69-2A7CBE1C1CDE}" type="parTrans" cxnId="{D84CC874-5411-45A3-917B-E1EBADDB069A}">
      <dgm:prSet/>
      <dgm:spPr/>
      <dgm:t>
        <a:bodyPr/>
        <a:lstStyle/>
        <a:p>
          <a:endParaRPr lang="en-US"/>
        </a:p>
      </dgm:t>
    </dgm:pt>
    <dgm:pt modelId="{44A020F7-97F9-49AC-B23D-6C1CBF39A15C}" type="sibTrans" cxnId="{D84CC874-5411-45A3-917B-E1EBADDB069A}">
      <dgm:prSet/>
      <dgm:spPr/>
      <dgm:t>
        <a:bodyPr/>
        <a:lstStyle/>
        <a:p>
          <a:endParaRPr lang="en-US"/>
        </a:p>
      </dgm:t>
    </dgm:pt>
    <dgm:pt modelId="{31A2A967-53E0-4670-AC3A-DF86CD5D3321}">
      <dgm:prSet custT="1"/>
      <dgm:spPr/>
      <dgm:t>
        <a:bodyPr/>
        <a:lstStyle/>
        <a:p>
          <a:r>
            <a:rPr lang="ar-MA" sz="2200" b="1" dirty="0"/>
            <a:t>الجمع بين الإيمان القلبي والعمل الجاد</a:t>
          </a:r>
          <a:endParaRPr lang="en-US" sz="2200" b="1" dirty="0"/>
        </a:p>
      </dgm:t>
    </dgm:pt>
    <dgm:pt modelId="{5F23F417-8945-4331-B11B-D6FCC3902392}" type="parTrans" cxnId="{DAF7CECC-4883-4208-8BF3-DD807C8D589E}">
      <dgm:prSet/>
      <dgm:spPr/>
      <dgm:t>
        <a:bodyPr/>
        <a:lstStyle/>
        <a:p>
          <a:endParaRPr lang="en-US"/>
        </a:p>
      </dgm:t>
    </dgm:pt>
    <dgm:pt modelId="{8D32ED45-86D5-489B-B420-1DB1C7E08D46}" type="sibTrans" cxnId="{DAF7CECC-4883-4208-8BF3-DD807C8D589E}">
      <dgm:prSet/>
      <dgm:spPr/>
      <dgm:t>
        <a:bodyPr/>
        <a:lstStyle/>
        <a:p>
          <a:endParaRPr lang="en-US"/>
        </a:p>
      </dgm:t>
    </dgm:pt>
    <dgm:pt modelId="{D9BC8274-BA23-48B5-8CF2-58645F7B08A3}">
      <dgm:prSet custT="1"/>
      <dgm:spPr/>
      <dgm:t>
        <a:bodyPr/>
        <a:lstStyle/>
        <a:p>
          <a:r>
            <a:rPr lang="ar-MA" sz="2200" b="1" dirty="0"/>
            <a:t>التوكل حالة قلبية لا تتنافى مع الأخذ بكل الأسباب المتاحة</a:t>
          </a:r>
          <a:endParaRPr lang="en-US" sz="2200" b="1" dirty="0"/>
        </a:p>
      </dgm:t>
    </dgm:pt>
    <dgm:pt modelId="{0870895B-08FD-45BF-86E0-6D19ABB062CE}" type="parTrans" cxnId="{83B90E10-7E86-454E-AD28-945863E37C4A}">
      <dgm:prSet/>
      <dgm:spPr/>
      <dgm:t>
        <a:bodyPr/>
        <a:lstStyle/>
        <a:p>
          <a:endParaRPr lang="en-US"/>
        </a:p>
      </dgm:t>
    </dgm:pt>
    <dgm:pt modelId="{88A62618-7B92-4F70-9553-8FD012EB77B4}" type="sibTrans" cxnId="{83B90E10-7E86-454E-AD28-945863E37C4A}">
      <dgm:prSet/>
      <dgm:spPr/>
      <dgm:t>
        <a:bodyPr/>
        <a:lstStyle/>
        <a:p>
          <a:endParaRPr lang="en-US"/>
        </a:p>
      </dgm:t>
    </dgm:pt>
    <dgm:pt modelId="{51E89CCC-2BA5-4A77-B5F7-1FF9F25E7FA3}">
      <dgm:prSet custT="1"/>
      <dgm:spPr/>
      <dgm:t>
        <a:bodyPr/>
        <a:lstStyle/>
        <a:p>
          <a:r>
            <a:rPr lang="ar-MA" sz="2200" b="1"/>
            <a:t>أمثلة من السيرة:</a:t>
          </a:r>
          <a:endParaRPr lang="en-US" sz="2200" b="1"/>
        </a:p>
      </dgm:t>
    </dgm:pt>
    <dgm:pt modelId="{BEC52015-4EAE-4124-9632-D8B8A647D1E8}" type="parTrans" cxnId="{FC959A04-BCEA-428A-AB15-0FC1CD6F4B7B}">
      <dgm:prSet/>
      <dgm:spPr/>
      <dgm:t>
        <a:bodyPr/>
        <a:lstStyle/>
        <a:p>
          <a:endParaRPr lang="en-US"/>
        </a:p>
      </dgm:t>
    </dgm:pt>
    <dgm:pt modelId="{00F1F740-59B9-4DFD-8125-393F9C6AA6C3}" type="sibTrans" cxnId="{FC959A04-BCEA-428A-AB15-0FC1CD6F4B7B}">
      <dgm:prSet/>
      <dgm:spPr/>
      <dgm:t>
        <a:bodyPr/>
        <a:lstStyle/>
        <a:p>
          <a:endParaRPr lang="en-US"/>
        </a:p>
      </dgm:t>
    </dgm:pt>
    <dgm:pt modelId="{2B39D3E3-9768-486D-A330-2020BF27F2C5}">
      <dgm:prSet custT="1"/>
      <dgm:spPr/>
      <dgm:t>
        <a:bodyPr/>
        <a:lstStyle/>
        <a:p>
          <a:r>
            <a:rPr lang="ar-MA" sz="2200" b="1"/>
            <a:t>استعداد النبي ﷺ وأصحابه للمعركة رغم الوعد الإلهي بالنصر</a:t>
          </a:r>
          <a:endParaRPr lang="en-US" sz="2200" b="1"/>
        </a:p>
      </dgm:t>
    </dgm:pt>
    <dgm:pt modelId="{8A1E956B-1243-4F01-BDEC-FC2B27A8D5EE}" type="parTrans" cxnId="{E0D1733A-43C9-49E5-BDAE-B926CB27A22A}">
      <dgm:prSet/>
      <dgm:spPr/>
      <dgm:t>
        <a:bodyPr/>
        <a:lstStyle/>
        <a:p>
          <a:endParaRPr lang="en-US"/>
        </a:p>
      </dgm:t>
    </dgm:pt>
    <dgm:pt modelId="{C7FEF3BA-0F0C-447C-9DD3-3C6306E07AEC}" type="sibTrans" cxnId="{E0D1733A-43C9-49E5-BDAE-B926CB27A22A}">
      <dgm:prSet/>
      <dgm:spPr/>
      <dgm:t>
        <a:bodyPr/>
        <a:lstStyle/>
        <a:p>
          <a:endParaRPr lang="en-US"/>
        </a:p>
      </dgm:t>
    </dgm:pt>
    <dgm:pt modelId="{EE4A4EEE-D21E-47CD-A019-C9F07EF70F3C}">
      <dgm:prSet custT="1"/>
      <dgm:spPr/>
      <dgm:t>
        <a:bodyPr/>
        <a:lstStyle/>
        <a:p>
          <a:r>
            <a:rPr lang="ar-MA" sz="2200" b="1"/>
            <a:t>المشاورة قبل المعركة واتخاذ القرارات الصائبة</a:t>
          </a:r>
          <a:endParaRPr lang="en-US" sz="2200" b="1"/>
        </a:p>
      </dgm:t>
    </dgm:pt>
    <dgm:pt modelId="{916B556E-3FD0-4B92-8A24-316C4D963ADD}" type="parTrans" cxnId="{9291DDA3-018C-4D68-B3C7-FD0C4C9773D7}">
      <dgm:prSet/>
      <dgm:spPr/>
      <dgm:t>
        <a:bodyPr/>
        <a:lstStyle/>
        <a:p>
          <a:endParaRPr lang="en-US"/>
        </a:p>
      </dgm:t>
    </dgm:pt>
    <dgm:pt modelId="{C2147FF3-D465-41F1-895D-5D119067A32D}" type="sibTrans" cxnId="{9291DDA3-018C-4D68-B3C7-FD0C4C9773D7}">
      <dgm:prSet/>
      <dgm:spPr/>
      <dgm:t>
        <a:bodyPr/>
        <a:lstStyle/>
        <a:p>
          <a:endParaRPr lang="en-US"/>
        </a:p>
      </dgm:t>
    </dgm:pt>
    <dgm:pt modelId="{4F5EF1B4-6E90-462C-B269-19CB833875B6}">
      <dgm:prSet custT="1"/>
      <dgm:spPr/>
      <dgm:t>
        <a:bodyPr/>
        <a:lstStyle/>
        <a:p>
          <a:r>
            <a:rPr lang="ar-MA" sz="2200" b="1"/>
            <a:t>التدريب على القتال وتنظيم الصفوف رغم اليقين بنصر الله</a:t>
          </a:r>
          <a:endParaRPr lang="en-US" sz="2200" b="1"/>
        </a:p>
      </dgm:t>
    </dgm:pt>
    <dgm:pt modelId="{74195D39-5727-445D-B334-4E13B860A54C}" type="parTrans" cxnId="{FD865BF2-5F99-4ABB-96E7-AEF12EB1EB31}">
      <dgm:prSet/>
      <dgm:spPr/>
      <dgm:t>
        <a:bodyPr/>
        <a:lstStyle/>
        <a:p>
          <a:endParaRPr lang="en-US"/>
        </a:p>
      </dgm:t>
    </dgm:pt>
    <dgm:pt modelId="{AA727870-8896-4689-B559-B8579B8E89DA}" type="sibTrans" cxnId="{FD865BF2-5F99-4ABB-96E7-AEF12EB1EB31}">
      <dgm:prSet/>
      <dgm:spPr/>
      <dgm:t>
        <a:bodyPr/>
        <a:lstStyle/>
        <a:p>
          <a:endParaRPr lang="en-US"/>
        </a:p>
      </dgm:t>
    </dgm:pt>
    <dgm:pt modelId="{3D83E8F9-5B27-491A-84EE-EB3FA1081A6E}">
      <dgm:prSet custT="1"/>
      <dgm:spPr/>
      <dgm:t>
        <a:bodyPr/>
        <a:lstStyle/>
        <a:p>
          <a:r>
            <a:rPr lang="ar-MA" sz="2200" b="1" dirty="0"/>
            <a:t>تأمين مؤخرة الجيش وحماية القيادة رغم الإيمان بحفظ الله</a:t>
          </a:r>
          <a:endParaRPr lang="en-US" sz="2200" b="1" dirty="0"/>
        </a:p>
      </dgm:t>
    </dgm:pt>
    <dgm:pt modelId="{DC888862-40C3-4F63-883D-992C904125C1}" type="parTrans" cxnId="{D05F6FED-40C9-4241-B2A4-D66F75786B9B}">
      <dgm:prSet/>
      <dgm:spPr/>
      <dgm:t>
        <a:bodyPr/>
        <a:lstStyle/>
        <a:p>
          <a:endParaRPr lang="en-US"/>
        </a:p>
      </dgm:t>
    </dgm:pt>
    <dgm:pt modelId="{9E96D9C3-DDF8-4C69-B1C9-BBDB3E4A5882}" type="sibTrans" cxnId="{D05F6FED-40C9-4241-B2A4-D66F75786B9B}">
      <dgm:prSet/>
      <dgm:spPr/>
      <dgm:t>
        <a:bodyPr/>
        <a:lstStyle/>
        <a:p>
          <a:endParaRPr lang="en-US"/>
        </a:p>
      </dgm:t>
    </dgm:pt>
    <dgm:pt modelId="{4B8C71BA-B442-4C08-A3FD-E42370AFBB94}" type="pres">
      <dgm:prSet presAssocID="{5D54C1A9-C97A-481D-8D60-28B764EDD1A2}" presName="diagram" presStyleCnt="0">
        <dgm:presLayoutVars>
          <dgm:dir/>
          <dgm:resizeHandles val="exact"/>
        </dgm:presLayoutVars>
      </dgm:prSet>
      <dgm:spPr/>
    </dgm:pt>
    <dgm:pt modelId="{A45923E3-AF07-450B-8718-868DB05F0EF5}" type="pres">
      <dgm:prSet presAssocID="{39BC5528-494B-4ECA-BB78-1DCF083B9855}" presName="node" presStyleLbl="node1" presStyleIdx="0" presStyleCnt="10">
        <dgm:presLayoutVars>
          <dgm:bulletEnabled val="1"/>
        </dgm:presLayoutVars>
      </dgm:prSet>
      <dgm:spPr/>
    </dgm:pt>
    <dgm:pt modelId="{465C21D9-12C7-4176-8328-E14A940D8263}" type="pres">
      <dgm:prSet presAssocID="{6F30ACDB-7779-4752-934B-7FCA7905BE60}" presName="sibTrans" presStyleCnt="0"/>
      <dgm:spPr/>
    </dgm:pt>
    <dgm:pt modelId="{2F38317D-E7B2-4F61-9A91-0D5285B36117}" type="pres">
      <dgm:prSet presAssocID="{F539AE49-F7E5-431B-96B3-3CD2CD909FA7}" presName="node" presStyleLbl="node1" presStyleIdx="1" presStyleCnt="10">
        <dgm:presLayoutVars>
          <dgm:bulletEnabled val="1"/>
        </dgm:presLayoutVars>
      </dgm:prSet>
      <dgm:spPr/>
    </dgm:pt>
    <dgm:pt modelId="{EFE88B5B-FC5E-475E-8349-A5A663FC0C97}" type="pres">
      <dgm:prSet presAssocID="{1772F770-64F7-466C-A076-0C03CE53C74A}" presName="sibTrans" presStyleCnt="0"/>
      <dgm:spPr/>
    </dgm:pt>
    <dgm:pt modelId="{AF79B2FB-8259-40F4-B90B-526D110D9235}" type="pres">
      <dgm:prSet presAssocID="{85BC9699-EF7E-4FDE-B5C9-7874F29C0701}" presName="node" presStyleLbl="node1" presStyleIdx="2" presStyleCnt="10">
        <dgm:presLayoutVars>
          <dgm:bulletEnabled val="1"/>
        </dgm:presLayoutVars>
      </dgm:prSet>
      <dgm:spPr/>
    </dgm:pt>
    <dgm:pt modelId="{2EB0B9EA-EAF8-4AA4-8FB3-E83F6B47F13A}" type="pres">
      <dgm:prSet presAssocID="{44A020F7-97F9-49AC-B23D-6C1CBF39A15C}" presName="sibTrans" presStyleCnt="0"/>
      <dgm:spPr/>
    </dgm:pt>
    <dgm:pt modelId="{737BD805-E00F-44BF-8C74-8384147289BE}" type="pres">
      <dgm:prSet presAssocID="{31A2A967-53E0-4670-AC3A-DF86CD5D3321}" presName="node" presStyleLbl="node1" presStyleIdx="3" presStyleCnt="10">
        <dgm:presLayoutVars>
          <dgm:bulletEnabled val="1"/>
        </dgm:presLayoutVars>
      </dgm:prSet>
      <dgm:spPr/>
    </dgm:pt>
    <dgm:pt modelId="{21224E53-58F5-4837-BC64-FFE5CDA64095}" type="pres">
      <dgm:prSet presAssocID="{8D32ED45-86D5-489B-B420-1DB1C7E08D46}" presName="sibTrans" presStyleCnt="0"/>
      <dgm:spPr/>
    </dgm:pt>
    <dgm:pt modelId="{D62F4F8B-37F1-4A12-811E-FEBC3B0BDF50}" type="pres">
      <dgm:prSet presAssocID="{D9BC8274-BA23-48B5-8CF2-58645F7B08A3}" presName="node" presStyleLbl="node1" presStyleIdx="4" presStyleCnt="10">
        <dgm:presLayoutVars>
          <dgm:bulletEnabled val="1"/>
        </dgm:presLayoutVars>
      </dgm:prSet>
      <dgm:spPr/>
    </dgm:pt>
    <dgm:pt modelId="{A611E6C1-2586-40CC-BA5E-31C5B462DABE}" type="pres">
      <dgm:prSet presAssocID="{88A62618-7B92-4F70-9553-8FD012EB77B4}" presName="sibTrans" presStyleCnt="0"/>
      <dgm:spPr/>
    </dgm:pt>
    <dgm:pt modelId="{A687136D-B51B-4AC4-8577-8D6D9BE563EC}" type="pres">
      <dgm:prSet presAssocID="{51E89CCC-2BA5-4A77-B5F7-1FF9F25E7FA3}" presName="node" presStyleLbl="node1" presStyleIdx="5" presStyleCnt="10">
        <dgm:presLayoutVars>
          <dgm:bulletEnabled val="1"/>
        </dgm:presLayoutVars>
      </dgm:prSet>
      <dgm:spPr/>
    </dgm:pt>
    <dgm:pt modelId="{BE7647B7-5444-422D-AC9B-4BB6853443A5}" type="pres">
      <dgm:prSet presAssocID="{00F1F740-59B9-4DFD-8125-393F9C6AA6C3}" presName="sibTrans" presStyleCnt="0"/>
      <dgm:spPr/>
    </dgm:pt>
    <dgm:pt modelId="{B76EEBD2-FC7E-4AE6-B496-C2494D47E25A}" type="pres">
      <dgm:prSet presAssocID="{2B39D3E3-9768-486D-A330-2020BF27F2C5}" presName="node" presStyleLbl="node1" presStyleIdx="6" presStyleCnt="10">
        <dgm:presLayoutVars>
          <dgm:bulletEnabled val="1"/>
        </dgm:presLayoutVars>
      </dgm:prSet>
      <dgm:spPr/>
    </dgm:pt>
    <dgm:pt modelId="{10C630BE-43A5-4894-8E21-E009E9372D24}" type="pres">
      <dgm:prSet presAssocID="{C7FEF3BA-0F0C-447C-9DD3-3C6306E07AEC}" presName="sibTrans" presStyleCnt="0"/>
      <dgm:spPr/>
    </dgm:pt>
    <dgm:pt modelId="{E47FECC7-5502-40B6-B4EA-FE661142723A}" type="pres">
      <dgm:prSet presAssocID="{EE4A4EEE-D21E-47CD-A019-C9F07EF70F3C}" presName="node" presStyleLbl="node1" presStyleIdx="7" presStyleCnt="10">
        <dgm:presLayoutVars>
          <dgm:bulletEnabled val="1"/>
        </dgm:presLayoutVars>
      </dgm:prSet>
      <dgm:spPr/>
    </dgm:pt>
    <dgm:pt modelId="{4B8C81EE-14CF-4E2D-A749-6314B3A44C79}" type="pres">
      <dgm:prSet presAssocID="{C2147FF3-D465-41F1-895D-5D119067A32D}" presName="sibTrans" presStyleCnt="0"/>
      <dgm:spPr/>
    </dgm:pt>
    <dgm:pt modelId="{B24603F2-E0EF-4691-93F0-F606FF2507DC}" type="pres">
      <dgm:prSet presAssocID="{4F5EF1B4-6E90-462C-B269-19CB833875B6}" presName="node" presStyleLbl="node1" presStyleIdx="8" presStyleCnt="10">
        <dgm:presLayoutVars>
          <dgm:bulletEnabled val="1"/>
        </dgm:presLayoutVars>
      </dgm:prSet>
      <dgm:spPr/>
    </dgm:pt>
    <dgm:pt modelId="{E802A7A8-5F61-4F6E-ABE5-9F2CDE3E7FFE}" type="pres">
      <dgm:prSet presAssocID="{AA727870-8896-4689-B559-B8579B8E89DA}" presName="sibTrans" presStyleCnt="0"/>
      <dgm:spPr/>
    </dgm:pt>
    <dgm:pt modelId="{490488CD-5772-44A7-8E84-E6892C528F5B}" type="pres">
      <dgm:prSet presAssocID="{3D83E8F9-5B27-491A-84EE-EB3FA1081A6E}" presName="node" presStyleLbl="node1" presStyleIdx="9" presStyleCnt="10">
        <dgm:presLayoutVars>
          <dgm:bulletEnabled val="1"/>
        </dgm:presLayoutVars>
      </dgm:prSet>
      <dgm:spPr/>
    </dgm:pt>
  </dgm:ptLst>
  <dgm:cxnLst>
    <dgm:cxn modelId="{FC959A04-BCEA-428A-AB15-0FC1CD6F4B7B}" srcId="{5D54C1A9-C97A-481D-8D60-28B764EDD1A2}" destId="{51E89CCC-2BA5-4A77-B5F7-1FF9F25E7FA3}" srcOrd="5" destOrd="0" parTransId="{BEC52015-4EAE-4124-9632-D8B8A647D1E8}" sibTransId="{00F1F740-59B9-4DFD-8125-393F9C6AA6C3}"/>
    <dgm:cxn modelId="{83B90E10-7E86-454E-AD28-945863E37C4A}" srcId="{5D54C1A9-C97A-481D-8D60-28B764EDD1A2}" destId="{D9BC8274-BA23-48B5-8CF2-58645F7B08A3}" srcOrd="4" destOrd="0" parTransId="{0870895B-08FD-45BF-86E0-6D19ABB062CE}" sibTransId="{88A62618-7B92-4F70-9553-8FD012EB77B4}"/>
    <dgm:cxn modelId="{AEEF9911-18E7-4394-8104-C4247C892F0F}" srcId="{5D54C1A9-C97A-481D-8D60-28B764EDD1A2}" destId="{39BC5528-494B-4ECA-BB78-1DCF083B9855}" srcOrd="0" destOrd="0" parTransId="{C4577F68-BD74-4163-8B8F-FF201E483C5E}" sibTransId="{6F30ACDB-7779-4752-934B-7FCA7905BE60}"/>
    <dgm:cxn modelId="{E0D1733A-43C9-49E5-BDAE-B926CB27A22A}" srcId="{5D54C1A9-C97A-481D-8D60-28B764EDD1A2}" destId="{2B39D3E3-9768-486D-A330-2020BF27F2C5}" srcOrd="6" destOrd="0" parTransId="{8A1E956B-1243-4F01-BDEC-FC2B27A8D5EE}" sibTransId="{C7FEF3BA-0F0C-447C-9DD3-3C6306E07AEC}"/>
    <dgm:cxn modelId="{D5714A40-E2CB-4980-8DF8-193D79C76890}" type="presOf" srcId="{85BC9699-EF7E-4FDE-B5C9-7874F29C0701}" destId="{AF79B2FB-8259-40F4-B90B-526D110D9235}" srcOrd="0" destOrd="0" presId="urn:microsoft.com/office/officeart/2005/8/layout/default"/>
    <dgm:cxn modelId="{FD375953-8C7A-453B-9402-98BC3A9CA4C1}" srcId="{5D54C1A9-C97A-481D-8D60-28B764EDD1A2}" destId="{F539AE49-F7E5-431B-96B3-3CD2CD909FA7}" srcOrd="1" destOrd="0" parTransId="{2A6B038F-C3E1-4986-8FCA-2BD46A5888D6}" sibTransId="{1772F770-64F7-466C-A076-0C03CE53C74A}"/>
    <dgm:cxn modelId="{D84CC874-5411-45A3-917B-E1EBADDB069A}" srcId="{5D54C1A9-C97A-481D-8D60-28B764EDD1A2}" destId="{85BC9699-EF7E-4FDE-B5C9-7874F29C0701}" srcOrd="2" destOrd="0" parTransId="{754F5B58-BABF-4D42-AF69-2A7CBE1C1CDE}" sibTransId="{44A020F7-97F9-49AC-B23D-6C1CBF39A15C}"/>
    <dgm:cxn modelId="{4A1BD77A-90C0-4942-8028-91DF5F2531F8}" type="presOf" srcId="{4F5EF1B4-6E90-462C-B269-19CB833875B6}" destId="{B24603F2-E0EF-4691-93F0-F606FF2507DC}" srcOrd="0" destOrd="0" presId="urn:microsoft.com/office/officeart/2005/8/layout/default"/>
    <dgm:cxn modelId="{8173137D-F3F0-4E7C-879F-EF5215E9B0A9}" type="presOf" srcId="{3D83E8F9-5B27-491A-84EE-EB3FA1081A6E}" destId="{490488CD-5772-44A7-8E84-E6892C528F5B}" srcOrd="0" destOrd="0" presId="urn:microsoft.com/office/officeart/2005/8/layout/default"/>
    <dgm:cxn modelId="{9B17E38C-2D6E-4E52-9F84-EDE987068012}" type="presOf" srcId="{EE4A4EEE-D21E-47CD-A019-C9F07EF70F3C}" destId="{E47FECC7-5502-40B6-B4EA-FE661142723A}" srcOrd="0" destOrd="0" presId="urn:microsoft.com/office/officeart/2005/8/layout/default"/>
    <dgm:cxn modelId="{6830D08E-D737-4CAA-A0B0-FF67A28E5358}" type="presOf" srcId="{39BC5528-494B-4ECA-BB78-1DCF083B9855}" destId="{A45923E3-AF07-450B-8718-868DB05F0EF5}" srcOrd="0" destOrd="0" presId="urn:microsoft.com/office/officeart/2005/8/layout/default"/>
    <dgm:cxn modelId="{36388AA3-F456-46B5-A1F7-0953640869B3}" type="presOf" srcId="{5D54C1A9-C97A-481D-8D60-28B764EDD1A2}" destId="{4B8C71BA-B442-4C08-A3FD-E42370AFBB94}" srcOrd="0" destOrd="0" presId="urn:microsoft.com/office/officeart/2005/8/layout/default"/>
    <dgm:cxn modelId="{9291DDA3-018C-4D68-B3C7-FD0C4C9773D7}" srcId="{5D54C1A9-C97A-481D-8D60-28B764EDD1A2}" destId="{EE4A4EEE-D21E-47CD-A019-C9F07EF70F3C}" srcOrd="7" destOrd="0" parTransId="{916B556E-3FD0-4B92-8A24-316C4D963ADD}" sibTransId="{C2147FF3-D465-41F1-895D-5D119067A32D}"/>
    <dgm:cxn modelId="{C859D5B1-96C1-4309-963F-ABEAF8B36C03}" type="presOf" srcId="{2B39D3E3-9768-486D-A330-2020BF27F2C5}" destId="{B76EEBD2-FC7E-4AE6-B496-C2494D47E25A}" srcOrd="0" destOrd="0" presId="urn:microsoft.com/office/officeart/2005/8/layout/default"/>
    <dgm:cxn modelId="{FF2997B9-7A25-4118-AED5-EEB910569E54}" type="presOf" srcId="{31A2A967-53E0-4670-AC3A-DF86CD5D3321}" destId="{737BD805-E00F-44BF-8C74-8384147289BE}" srcOrd="0" destOrd="0" presId="urn:microsoft.com/office/officeart/2005/8/layout/default"/>
    <dgm:cxn modelId="{D48A60CC-2522-42AF-AEAF-0021E04A8CB7}" type="presOf" srcId="{D9BC8274-BA23-48B5-8CF2-58645F7B08A3}" destId="{D62F4F8B-37F1-4A12-811E-FEBC3B0BDF50}" srcOrd="0" destOrd="0" presId="urn:microsoft.com/office/officeart/2005/8/layout/default"/>
    <dgm:cxn modelId="{DAF7CECC-4883-4208-8BF3-DD807C8D589E}" srcId="{5D54C1A9-C97A-481D-8D60-28B764EDD1A2}" destId="{31A2A967-53E0-4670-AC3A-DF86CD5D3321}" srcOrd="3" destOrd="0" parTransId="{5F23F417-8945-4331-B11B-D6FCC3902392}" sibTransId="{8D32ED45-86D5-489B-B420-1DB1C7E08D46}"/>
    <dgm:cxn modelId="{D05F6FED-40C9-4241-B2A4-D66F75786B9B}" srcId="{5D54C1A9-C97A-481D-8D60-28B764EDD1A2}" destId="{3D83E8F9-5B27-491A-84EE-EB3FA1081A6E}" srcOrd="9" destOrd="0" parTransId="{DC888862-40C3-4F63-883D-992C904125C1}" sibTransId="{9E96D9C3-DDF8-4C69-B1C9-BBDB3E4A5882}"/>
    <dgm:cxn modelId="{FD865BF2-5F99-4ABB-96E7-AEF12EB1EB31}" srcId="{5D54C1A9-C97A-481D-8D60-28B764EDD1A2}" destId="{4F5EF1B4-6E90-462C-B269-19CB833875B6}" srcOrd="8" destOrd="0" parTransId="{74195D39-5727-445D-B334-4E13B860A54C}" sibTransId="{AA727870-8896-4689-B559-B8579B8E89DA}"/>
    <dgm:cxn modelId="{CBEEC2FA-66B6-4DE7-B45A-1BE3CA74DAC4}" type="presOf" srcId="{51E89CCC-2BA5-4A77-B5F7-1FF9F25E7FA3}" destId="{A687136D-B51B-4AC4-8577-8D6D9BE563EC}" srcOrd="0" destOrd="0" presId="urn:microsoft.com/office/officeart/2005/8/layout/default"/>
    <dgm:cxn modelId="{8771ACFF-0ACD-4438-BF24-CD8425579210}" type="presOf" srcId="{F539AE49-F7E5-431B-96B3-3CD2CD909FA7}" destId="{2F38317D-E7B2-4F61-9A91-0D5285B36117}" srcOrd="0" destOrd="0" presId="urn:microsoft.com/office/officeart/2005/8/layout/default"/>
    <dgm:cxn modelId="{4069BED0-9E90-4801-9A73-5CF7387FF030}" type="presParOf" srcId="{4B8C71BA-B442-4C08-A3FD-E42370AFBB94}" destId="{A45923E3-AF07-450B-8718-868DB05F0EF5}" srcOrd="0" destOrd="0" presId="urn:microsoft.com/office/officeart/2005/8/layout/default"/>
    <dgm:cxn modelId="{2484061F-CAF9-4B72-B5E4-B1A2B92A8383}" type="presParOf" srcId="{4B8C71BA-B442-4C08-A3FD-E42370AFBB94}" destId="{465C21D9-12C7-4176-8328-E14A940D8263}" srcOrd="1" destOrd="0" presId="urn:microsoft.com/office/officeart/2005/8/layout/default"/>
    <dgm:cxn modelId="{0E3BCFB4-FD66-446D-B961-E483D5737371}" type="presParOf" srcId="{4B8C71BA-B442-4C08-A3FD-E42370AFBB94}" destId="{2F38317D-E7B2-4F61-9A91-0D5285B36117}" srcOrd="2" destOrd="0" presId="urn:microsoft.com/office/officeart/2005/8/layout/default"/>
    <dgm:cxn modelId="{2FEDFF04-A12B-4D80-B96C-471AE1473727}" type="presParOf" srcId="{4B8C71BA-B442-4C08-A3FD-E42370AFBB94}" destId="{EFE88B5B-FC5E-475E-8349-A5A663FC0C97}" srcOrd="3" destOrd="0" presId="urn:microsoft.com/office/officeart/2005/8/layout/default"/>
    <dgm:cxn modelId="{7099CE3A-0FA6-40E8-BF60-125570A7DD2E}" type="presParOf" srcId="{4B8C71BA-B442-4C08-A3FD-E42370AFBB94}" destId="{AF79B2FB-8259-40F4-B90B-526D110D9235}" srcOrd="4" destOrd="0" presId="urn:microsoft.com/office/officeart/2005/8/layout/default"/>
    <dgm:cxn modelId="{63D66C76-51FB-4FAA-AB77-9B9F687B488E}" type="presParOf" srcId="{4B8C71BA-B442-4C08-A3FD-E42370AFBB94}" destId="{2EB0B9EA-EAF8-4AA4-8FB3-E83F6B47F13A}" srcOrd="5" destOrd="0" presId="urn:microsoft.com/office/officeart/2005/8/layout/default"/>
    <dgm:cxn modelId="{334A470B-07DD-455F-8E45-836162977F32}" type="presParOf" srcId="{4B8C71BA-B442-4C08-A3FD-E42370AFBB94}" destId="{737BD805-E00F-44BF-8C74-8384147289BE}" srcOrd="6" destOrd="0" presId="urn:microsoft.com/office/officeart/2005/8/layout/default"/>
    <dgm:cxn modelId="{8CA0B594-19ED-48FD-9208-4793923EE1C5}" type="presParOf" srcId="{4B8C71BA-B442-4C08-A3FD-E42370AFBB94}" destId="{21224E53-58F5-4837-BC64-FFE5CDA64095}" srcOrd="7" destOrd="0" presId="urn:microsoft.com/office/officeart/2005/8/layout/default"/>
    <dgm:cxn modelId="{67400CAE-3175-4D5A-9581-3C90781B589E}" type="presParOf" srcId="{4B8C71BA-B442-4C08-A3FD-E42370AFBB94}" destId="{D62F4F8B-37F1-4A12-811E-FEBC3B0BDF50}" srcOrd="8" destOrd="0" presId="urn:microsoft.com/office/officeart/2005/8/layout/default"/>
    <dgm:cxn modelId="{A4A4E1B9-089A-4772-9ACA-633D5F555401}" type="presParOf" srcId="{4B8C71BA-B442-4C08-A3FD-E42370AFBB94}" destId="{A611E6C1-2586-40CC-BA5E-31C5B462DABE}" srcOrd="9" destOrd="0" presId="urn:microsoft.com/office/officeart/2005/8/layout/default"/>
    <dgm:cxn modelId="{C735E097-3A59-4687-A2A9-7D01FAEB909F}" type="presParOf" srcId="{4B8C71BA-B442-4C08-A3FD-E42370AFBB94}" destId="{A687136D-B51B-4AC4-8577-8D6D9BE563EC}" srcOrd="10" destOrd="0" presId="urn:microsoft.com/office/officeart/2005/8/layout/default"/>
    <dgm:cxn modelId="{DE6D9BA9-847B-4678-B0BA-F23668FB73A5}" type="presParOf" srcId="{4B8C71BA-B442-4C08-A3FD-E42370AFBB94}" destId="{BE7647B7-5444-422D-AC9B-4BB6853443A5}" srcOrd="11" destOrd="0" presId="urn:microsoft.com/office/officeart/2005/8/layout/default"/>
    <dgm:cxn modelId="{276CAB8E-8E70-4417-A492-130B4F82E837}" type="presParOf" srcId="{4B8C71BA-B442-4C08-A3FD-E42370AFBB94}" destId="{B76EEBD2-FC7E-4AE6-B496-C2494D47E25A}" srcOrd="12" destOrd="0" presId="urn:microsoft.com/office/officeart/2005/8/layout/default"/>
    <dgm:cxn modelId="{7FE5DD0C-48A4-4289-AA92-E91615C7D0D3}" type="presParOf" srcId="{4B8C71BA-B442-4C08-A3FD-E42370AFBB94}" destId="{10C630BE-43A5-4894-8E21-E009E9372D24}" srcOrd="13" destOrd="0" presId="urn:microsoft.com/office/officeart/2005/8/layout/default"/>
    <dgm:cxn modelId="{410850B3-E971-4F7A-BA42-2AB403A5EEA9}" type="presParOf" srcId="{4B8C71BA-B442-4C08-A3FD-E42370AFBB94}" destId="{E47FECC7-5502-40B6-B4EA-FE661142723A}" srcOrd="14" destOrd="0" presId="urn:microsoft.com/office/officeart/2005/8/layout/default"/>
    <dgm:cxn modelId="{4D117A48-781D-4990-8BE4-43C3BF661915}" type="presParOf" srcId="{4B8C71BA-B442-4C08-A3FD-E42370AFBB94}" destId="{4B8C81EE-14CF-4E2D-A749-6314B3A44C79}" srcOrd="15" destOrd="0" presId="urn:microsoft.com/office/officeart/2005/8/layout/default"/>
    <dgm:cxn modelId="{45ED1E90-7E68-4A7C-AF48-C815E636B5DB}" type="presParOf" srcId="{4B8C71BA-B442-4C08-A3FD-E42370AFBB94}" destId="{B24603F2-E0EF-4691-93F0-F606FF2507DC}" srcOrd="16" destOrd="0" presId="urn:microsoft.com/office/officeart/2005/8/layout/default"/>
    <dgm:cxn modelId="{3FC68138-112C-4CAF-B3AC-027FB31B3655}" type="presParOf" srcId="{4B8C71BA-B442-4C08-A3FD-E42370AFBB94}" destId="{E802A7A8-5F61-4F6E-ABE5-9F2CDE3E7FFE}" srcOrd="17" destOrd="0" presId="urn:microsoft.com/office/officeart/2005/8/layout/default"/>
    <dgm:cxn modelId="{EC2909BB-5671-4C6E-B335-96873C25155F}" type="presParOf" srcId="{4B8C71BA-B442-4C08-A3FD-E42370AFBB94}" destId="{490488CD-5772-44A7-8E84-E6892C528F5B}"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ED68DD-B34F-4017-88AE-B82E4F8A93E7}"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1C62B44D-5AEE-4EA0-9313-7307CF27B089}">
      <dgm:prSet custT="1"/>
      <dgm:spPr/>
      <dgm:t>
        <a:bodyPr/>
        <a:lstStyle/>
        <a:p>
          <a:r>
            <a:rPr lang="ar-MA" sz="2000" b="1"/>
            <a:t>قصة عوف بن الحارث:</a:t>
          </a:r>
          <a:endParaRPr lang="en-US" sz="2000" b="1"/>
        </a:p>
      </dgm:t>
    </dgm:pt>
    <dgm:pt modelId="{8A06E61B-993D-43C7-B1AF-6CE238B88C9D}" type="parTrans" cxnId="{B3FC6A08-F171-4C0B-8092-05BE105B73A5}">
      <dgm:prSet/>
      <dgm:spPr/>
      <dgm:t>
        <a:bodyPr/>
        <a:lstStyle/>
        <a:p>
          <a:endParaRPr lang="en-US"/>
        </a:p>
      </dgm:t>
    </dgm:pt>
    <dgm:pt modelId="{3C9ECFAF-7733-4851-958C-A542F9A8C61E}" type="sibTrans" cxnId="{B3FC6A08-F171-4C0B-8092-05BE105B73A5}">
      <dgm:prSet/>
      <dgm:spPr/>
      <dgm:t>
        <a:bodyPr/>
        <a:lstStyle/>
        <a:p>
          <a:endParaRPr lang="en-US"/>
        </a:p>
      </dgm:t>
    </dgm:pt>
    <dgm:pt modelId="{5B694FBC-A5DE-4F11-A6DE-8B572D9CE9BA}">
      <dgm:prSet custT="1"/>
      <dgm:spPr/>
      <dgm:t>
        <a:bodyPr/>
        <a:lstStyle/>
        <a:p>
          <a:r>
            <a:rPr lang="ar-MA" sz="2000" b="1" dirty="0"/>
            <a:t>سؤاله للنبي ﷺ: "يا رسول الله، ما يضحك الرب من عبده؟"</a:t>
          </a:r>
          <a:endParaRPr lang="en-US" sz="2000" b="1" dirty="0"/>
        </a:p>
      </dgm:t>
    </dgm:pt>
    <dgm:pt modelId="{AEF62FBD-FA67-4A56-9D29-C6032F1BD754}" type="parTrans" cxnId="{346803B9-85FA-49C9-9E6A-2B15D78FF54B}">
      <dgm:prSet/>
      <dgm:spPr/>
      <dgm:t>
        <a:bodyPr/>
        <a:lstStyle/>
        <a:p>
          <a:endParaRPr lang="en-US"/>
        </a:p>
      </dgm:t>
    </dgm:pt>
    <dgm:pt modelId="{4C5E5C2E-92EA-44BE-8B3A-BBA503625105}" type="sibTrans" cxnId="{346803B9-85FA-49C9-9E6A-2B15D78FF54B}">
      <dgm:prSet/>
      <dgm:spPr/>
      <dgm:t>
        <a:bodyPr/>
        <a:lstStyle/>
        <a:p>
          <a:endParaRPr lang="en-US"/>
        </a:p>
      </dgm:t>
    </dgm:pt>
    <dgm:pt modelId="{1677552A-DF41-4501-8FC8-88AE15EFE011}">
      <dgm:prSet custT="1"/>
      <dgm:spPr/>
      <dgm:t>
        <a:bodyPr/>
        <a:lstStyle/>
        <a:p>
          <a:r>
            <a:rPr lang="ar-MA" sz="2000" b="1"/>
            <a:t>إجابة النبي ﷺ: "أن يغمس يده في العدو حاسراً"</a:t>
          </a:r>
          <a:endParaRPr lang="en-US" sz="2000" b="1"/>
        </a:p>
      </dgm:t>
    </dgm:pt>
    <dgm:pt modelId="{15CB914A-C3B7-4552-AD15-00B3C0485EB9}" type="parTrans" cxnId="{3B4690E9-143E-4BE2-8C8E-DD8E6114525E}">
      <dgm:prSet/>
      <dgm:spPr/>
      <dgm:t>
        <a:bodyPr/>
        <a:lstStyle/>
        <a:p>
          <a:endParaRPr lang="en-US"/>
        </a:p>
      </dgm:t>
    </dgm:pt>
    <dgm:pt modelId="{6033572F-B85F-4BF3-8DBC-DE2F8E727149}" type="sibTrans" cxnId="{3B4690E9-143E-4BE2-8C8E-DD8E6114525E}">
      <dgm:prSet/>
      <dgm:spPr/>
      <dgm:t>
        <a:bodyPr/>
        <a:lstStyle/>
        <a:p>
          <a:endParaRPr lang="en-US"/>
        </a:p>
      </dgm:t>
    </dgm:pt>
    <dgm:pt modelId="{F8726579-25A8-4D90-AEFB-E761557F1EC8}">
      <dgm:prSet custT="1"/>
      <dgm:spPr/>
      <dgm:t>
        <a:bodyPr/>
        <a:lstStyle/>
        <a:p>
          <a:r>
            <a:rPr lang="ar-MA" sz="2000" b="1" dirty="0"/>
            <a:t>إلقاؤه درعه ورميه للتمرات التي كان يأكلها</a:t>
          </a:r>
          <a:endParaRPr lang="en-US" sz="2000" b="1" dirty="0"/>
        </a:p>
      </dgm:t>
    </dgm:pt>
    <dgm:pt modelId="{FF2B4352-5245-4505-87C0-13C7443EF2E3}" type="parTrans" cxnId="{54798459-BBB2-4A79-B15B-26A2E5221676}">
      <dgm:prSet/>
      <dgm:spPr/>
      <dgm:t>
        <a:bodyPr/>
        <a:lstStyle/>
        <a:p>
          <a:endParaRPr lang="en-US"/>
        </a:p>
      </dgm:t>
    </dgm:pt>
    <dgm:pt modelId="{2427F6FD-35B1-4EE6-AF89-5BCD6BB21348}" type="sibTrans" cxnId="{54798459-BBB2-4A79-B15B-26A2E5221676}">
      <dgm:prSet/>
      <dgm:spPr/>
      <dgm:t>
        <a:bodyPr/>
        <a:lstStyle/>
        <a:p>
          <a:endParaRPr lang="en-US"/>
        </a:p>
      </dgm:t>
    </dgm:pt>
    <dgm:pt modelId="{DB48921B-CB89-49DF-BB74-F6D5506EF034}">
      <dgm:prSet custT="1"/>
      <dgm:spPr/>
      <dgm:t>
        <a:bodyPr/>
        <a:lstStyle/>
        <a:p>
          <a:r>
            <a:rPr lang="ar-MA" sz="2000" b="1"/>
            <a:t>اقتحامه صفوف المشركين حتى استشهد</a:t>
          </a:r>
          <a:endParaRPr lang="en-US" sz="2000" b="1"/>
        </a:p>
      </dgm:t>
    </dgm:pt>
    <dgm:pt modelId="{44FC5352-69F4-4A3F-921E-9C08CB3304D6}" type="parTrans" cxnId="{8A0592E7-994F-494C-BF25-8DCB81B506C9}">
      <dgm:prSet/>
      <dgm:spPr/>
      <dgm:t>
        <a:bodyPr/>
        <a:lstStyle/>
        <a:p>
          <a:endParaRPr lang="en-US"/>
        </a:p>
      </dgm:t>
    </dgm:pt>
    <dgm:pt modelId="{EEE072C8-4FCD-4357-A64F-FD9F0231FC90}" type="sibTrans" cxnId="{8A0592E7-994F-494C-BF25-8DCB81B506C9}">
      <dgm:prSet/>
      <dgm:spPr/>
      <dgm:t>
        <a:bodyPr/>
        <a:lstStyle/>
        <a:p>
          <a:endParaRPr lang="en-US"/>
        </a:p>
      </dgm:t>
    </dgm:pt>
    <dgm:pt modelId="{EF958E21-F3C6-4E6E-A879-2397836C4E4D}">
      <dgm:prSet custT="1"/>
      <dgm:spPr/>
      <dgm:t>
        <a:bodyPr/>
        <a:lstStyle/>
        <a:p>
          <a:r>
            <a:rPr lang="ar-MA" sz="2000" b="1"/>
            <a:t>مظاهر الإيثار:</a:t>
          </a:r>
          <a:endParaRPr lang="en-US" sz="2000" b="1"/>
        </a:p>
      </dgm:t>
    </dgm:pt>
    <dgm:pt modelId="{7668193E-C32E-40BE-A4B8-EC0F85AD00B1}" type="parTrans" cxnId="{B842F603-D067-419A-B87C-02397708FA26}">
      <dgm:prSet/>
      <dgm:spPr/>
      <dgm:t>
        <a:bodyPr/>
        <a:lstStyle/>
        <a:p>
          <a:endParaRPr lang="en-US"/>
        </a:p>
      </dgm:t>
    </dgm:pt>
    <dgm:pt modelId="{251A01C9-678F-4FCA-BD9D-96C93F7681D2}" type="sibTrans" cxnId="{B842F603-D067-419A-B87C-02397708FA26}">
      <dgm:prSet/>
      <dgm:spPr/>
      <dgm:t>
        <a:bodyPr/>
        <a:lstStyle/>
        <a:p>
          <a:endParaRPr lang="en-US"/>
        </a:p>
      </dgm:t>
    </dgm:pt>
    <dgm:pt modelId="{75F44A13-D677-4911-9E6D-11BC9F90F295}">
      <dgm:prSet custT="1"/>
      <dgm:spPr/>
      <dgm:t>
        <a:bodyPr/>
        <a:lstStyle/>
        <a:p>
          <a:r>
            <a:rPr lang="ar-MA" sz="2000" b="1"/>
            <a:t>تقديم الماء للجرحى رغم شدة العطش</a:t>
          </a:r>
          <a:endParaRPr lang="en-US" sz="2000" b="1"/>
        </a:p>
      </dgm:t>
    </dgm:pt>
    <dgm:pt modelId="{ACF0B23B-DDB8-4DE7-82E7-106EF5427A0D}" type="parTrans" cxnId="{6615F9FE-9D1B-4F42-93BC-3C54D4B8B370}">
      <dgm:prSet/>
      <dgm:spPr/>
      <dgm:t>
        <a:bodyPr/>
        <a:lstStyle/>
        <a:p>
          <a:endParaRPr lang="en-US"/>
        </a:p>
      </dgm:t>
    </dgm:pt>
    <dgm:pt modelId="{1CCC8491-1599-4324-88F1-623D868A8AC9}" type="sibTrans" cxnId="{6615F9FE-9D1B-4F42-93BC-3C54D4B8B370}">
      <dgm:prSet/>
      <dgm:spPr/>
      <dgm:t>
        <a:bodyPr/>
        <a:lstStyle/>
        <a:p>
          <a:endParaRPr lang="en-US"/>
        </a:p>
      </dgm:t>
    </dgm:pt>
    <dgm:pt modelId="{0C897711-286B-4B29-A768-33D411A45FB1}">
      <dgm:prSet custT="1"/>
      <dgm:spPr/>
      <dgm:t>
        <a:bodyPr/>
        <a:lstStyle/>
        <a:p>
          <a:r>
            <a:rPr lang="ar-MA" sz="2000" b="1"/>
            <a:t>تفضيل إنقاذ الإخوة على الراحة الشخصية</a:t>
          </a:r>
          <a:endParaRPr lang="en-US" sz="2000" b="1"/>
        </a:p>
      </dgm:t>
    </dgm:pt>
    <dgm:pt modelId="{FA210B3F-1A1D-4059-9BCD-D9D053AA5100}" type="parTrans" cxnId="{AC53D7F3-525B-4116-B641-66F549BD59D5}">
      <dgm:prSet/>
      <dgm:spPr/>
      <dgm:t>
        <a:bodyPr/>
        <a:lstStyle/>
        <a:p>
          <a:endParaRPr lang="en-US"/>
        </a:p>
      </dgm:t>
    </dgm:pt>
    <dgm:pt modelId="{0F4C07D9-1E41-45D4-BD34-769A6F867244}" type="sibTrans" cxnId="{AC53D7F3-525B-4116-B641-66F549BD59D5}">
      <dgm:prSet/>
      <dgm:spPr/>
      <dgm:t>
        <a:bodyPr/>
        <a:lstStyle/>
        <a:p>
          <a:endParaRPr lang="en-US"/>
        </a:p>
      </dgm:t>
    </dgm:pt>
    <dgm:pt modelId="{5BF1A37B-6A88-4366-B673-8619C2540EDD}">
      <dgm:prSet custT="1"/>
      <dgm:spPr/>
      <dgm:t>
        <a:bodyPr/>
        <a:lstStyle/>
        <a:p>
          <a:r>
            <a:rPr lang="ar-MA" sz="2000" b="1"/>
            <a:t>التضحية بالنفس في سبيل الله والإسلام</a:t>
          </a:r>
          <a:endParaRPr lang="en-US" sz="2000" b="1"/>
        </a:p>
      </dgm:t>
    </dgm:pt>
    <dgm:pt modelId="{2B9B2707-A320-4314-B796-45E804850E83}" type="parTrans" cxnId="{5F25A9A1-4556-41CC-A512-246AE5470F9F}">
      <dgm:prSet/>
      <dgm:spPr/>
      <dgm:t>
        <a:bodyPr/>
        <a:lstStyle/>
        <a:p>
          <a:endParaRPr lang="en-US"/>
        </a:p>
      </dgm:t>
    </dgm:pt>
    <dgm:pt modelId="{139726C0-2760-492E-BA82-E0E7D5B511EA}" type="sibTrans" cxnId="{5F25A9A1-4556-41CC-A512-246AE5470F9F}">
      <dgm:prSet/>
      <dgm:spPr/>
      <dgm:t>
        <a:bodyPr/>
        <a:lstStyle/>
        <a:p>
          <a:endParaRPr lang="en-US"/>
        </a:p>
      </dgm:t>
    </dgm:pt>
    <dgm:pt modelId="{E959B87C-1937-47C5-8A90-F160FECCB478}">
      <dgm:prSet custT="1"/>
      <dgm:spPr/>
      <dgm:t>
        <a:bodyPr/>
        <a:lstStyle/>
        <a:p>
          <a:r>
            <a:rPr lang="ar-MA" sz="2000" b="1" dirty="0"/>
            <a:t>قصص متعددة من صور الإيثار: الصحابة يتسابقون للشهادة</a:t>
          </a:r>
          <a:endParaRPr lang="en-US" sz="2000" b="1" dirty="0"/>
        </a:p>
      </dgm:t>
    </dgm:pt>
    <dgm:pt modelId="{74E5211D-11BD-4310-A468-7D000AC02B74}" type="parTrans" cxnId="{1557DD0D-EC19-44EA-90DF-D268BBCE82F5}">
      <dgm:prSet/>
      <dgm:spPr/>
      <dgm:t>
        <a:bodyPr/>
        <a:lstStyle/>
        <a:p>
          <a:endParaRPr lang="en-US"/>
        </a:p>
      </dgm:t>
    </dgm:pt>
    <dgm:pt modelId="{7C360861-E1FC-4ABD-9A47-10E490C6BEEB}" type="sibTrans" cxnId="{1557DD0D-EC19-44EA-90DF-D268BBCE82F5}">
      <dgm:prSet/>
      <dgm:spPr/>
      <dgm:t>
        <a:bodyPr/>
        <a:lstStyle/>
        <a:p>
          <a:endParaRPr lang="en-US"/>
        </a:p>
      </dgm:t>
    </dgm:pt>
    <dgm:pt modelId="{4D48FE7F-C1F0-4D39-9E25-A2E73AF027C9}" type="pres">
      <dgm:prSet presAssocID="{3DED68DD-B34F-4017-88AE-B82E4F8A93E7}" presName="diagram" presStyleCnt="0">
        <dgm:presLayoutVars>
          <dgm:dir/>
          <dgm:resizeHandles val="exact"/>
        </dgm:presLayoutVars>
      </dgm:prSet>
      <dgm:spPr/>
    </dgm:pt>
    <dgm:pt modelId="{E70A0D73-8DFF-431D-A366-836E5F650F3A}" type="pres">
      <dgm:prSet presAssocID="{1C62B44D-5AEE-4EA0-9313-7307CF27B089}" presName="node" presStyleLbl="node1" presStyleIdx="0" presStyleCnt="10">
        <dgm:presLayoutVars>
          <dgm:bulletEnabled val="1"/>
        </dgm:presLayoutVars>
      </dgm:prSet>
      <dgm:spPr/>
    </dgm:pt>
    <dgm:pt modelId="{B4E4C26C-ECB2-427C-B12D-69065DC73D37}" type="pres">
      <dgm:prSet presAssocID="{3C9ECFAF-7733-4851-958C-A542F9A8C61E}" presName="sibTrans" presStyleCnt="0"/>
      <dgm:spPr/>
    </dgm:pt>
    <dgm:pt modelId="{C00A19A3-5FA3-4ED8-A8B3-BD366D8D6E1F}" type="pres">
      <dgm:prSet presAssocID="{5B694FBC-A5DE-4F11-A6DE-8B572D9CE9BA}" presName="node" presStyleLbl="node1" presStyleIdx="1" presStyleCnt="10">
        <dgm:presLayoutVars>
          <dgm:bulletEnabled val="1"/>
        </dgm:presLayoutVars>
      </dgm:prSet>
      <dgm:spPr/>
    </dgm:pt>
    <dgm:pt modelId="{8B9C9A40-EE91-4B17-B2B2-29782A38D265}" type="pres">
      <dgm:prSet presAssocID="{4C5E5C2E-92EA-44BE-8B3A-BBA503625105}" presName="sibTrans" presStyleCnt="0"/>
      <dgm:spPr/>
    </dgm:pt>
    <dgm:pt modelId="{956E351F-00F6-4310-8EF7-BD9460BF078A}" type="pres">
      <dgm:prSet presAssocID="{1677552A-DF41-4501-8FC8-88AE15EFE011}" presName="node" presStyleLbl="node1" presStyleIdx="2" presStyleCnt="10">
        <dgm:presLayoutVars>
          <dgm:bulletEnabled val="1"/>
        </dgm:presLayoutVars>
      </dgm:prSet>
      <dgm:spPr/>
    </dgm:pt>
    <dgm:pt modelId="{EE44909C-0763-4B6D-8EC0-9918A80741A7}" type="pres">
      <dgm:prSet presAssocID="{6033572F-B85F-4BF3-8DBC-DE2F8E727149}" presName="sibTrans" presStyleCnt="0"/>
      <dgm:spPr/>
    </dgm:pt>
    <dgm:pt modelId="{EFFD261E-1435-4A62-B8B6-D21C278B4266}" type="pres">
      <dgm:prSet presAssocID="{F8726579-25A8-4D90-AEFB-E761557F1EC8}" presName="node" presStyleLbl="node1" presStyleIdx="3" presStyleCnt="10">
        <dgm:presLayoutVars>
          <dgm:bulletEnabled val="1"/>
        </dgm:presLayoutVars>
      </dgm:prSet>
      <dgm:spPr/>
    </dgm:pt>
    <dgm:pt modelId="{0FF803F7-E07A-4926-9C16-2DCE29F52E69}" type="pres">
      <dgm:prSet presAssocID="{2427F6FD-35B1-4EE6-AF89-5BCD6BB21348}" presName="sibTrans" presStyleCnt="0"/>
      <dgm:spPr/>
    </dgm:pt>
    <dgm:pt modelId="{2432DF9F-B8EC-49FB-B74F-8DE39AE5112E}" type="pres">
      <dgm:prSet presAssocID="{DB48921B-CB89-49DF-BB74-F6D5506EF034}" presName="node" presStyleLbl="node1" presStyleIdx="4" presStyleCnt="10">
        <dgm:presLayoutVars>
          <dgm:bulletEnabled val="1"/>
        </dgm:presLayoutVars>
      </dgm:prSet>
      <dgm:spPr/>
    </dgm:pt>
    <dgm:pt modelId="{B9FE35BA-0170-4979-9D80-25D2258F7119}" type="pres">
      <dgm:prSet presAssocID="{EEE072C8-4FCD-4357-A64F-FD9F0231FC90}" presName="sibTrans" presStyleCnt="0"/>
      <dgm:spPr/>
    </dgm:pt>
    <dgm:pt modelId="{97212E2B-A4A7-49E6-A947-F6CB2A36EFEE}" type="pres">
      <dgm:prSet presAssocID="{EF958E21-F3C6-4E6E-A879-2397836C4E4D}" presName="node" presStyleLbl="node1" presStyleIdx="5" presStyleCnt="10">
        <dgm:presLayoutVars>
          <dgm:bulletEnabled val="1"/>
        </dgm:presLayoutVars>
      </dgm:prSet>
      <dgm:spPr/>
    </dgm:pt>
    <dgm:pt modelId="{7EDDD4E8-4803-4B34-85A9-4170EF68413A}" type="pres">
      <dgm:prSet presAssocID="{251A01C9-678F-4FCA-BD9D-96C93F7681D2}" presName="sibTrans" presStyleCnt="0"/>
      <dgm:spPr/>
    </dgm:pt>
    <dgm:pt modelId="{931DFB80-6D8C-4030-8A0C-8AB347D762DA}" type="pres">
      <dgm:prSet presAssocID="{75F44A13-D677-4911-9E6D-11BC9F90F295}" presName="node" presStyleLbl="node1" presStyleIdx="6" presStyleCnt="10">
        <dgm:presLayoutVars>
          <dgm:bulletEnabled val="1"/>
        </dgm:presLayoutVars>
      </dgm:prSet>
      <dgm:spPr/>
    </dgm:pt>
    <dgm:pt modelId="{85372349-9B70-4062-B7BE-AC6C01B3E3A1}" type="pres">
      <dgm:prSet presAssocID="{1CCC8491-1599-4324-88F1-623D868A8AC9}" presName="sibTrans" presStyleCnt="0"/>
      <dgm:spPr/>
    </dgm:pt>
    <dgm:pt modelId="{0F6B892D-A572-45EF-A040-EC6E1381B473}" type="pres">
      <dgm:prSet presAssocID="{0C897711-286B-4B29-A768-33D411A45FB1}" presName="node" presStyleLbl="node1" presStyleIdx="7" presStyleCnt="10">
        <dgm:presLayoutVars>
          <dgm:bulletEnabled val="1"/>
        </dgm:presLayoutVars>
      </dgm:prSet>
      <dgm:spPr/>
    </dgm:pt>
    <dgm:pt modelId="{4713C92B-7A48-4B7A-A8A0-B883CA5DE923}" type="pres">
      <dgm:prSet presAssocID="{0F4C07D9-1E41-45D4-BD34-769A6F867244}" presName="sibTrans" presStyleCnt="0"/>
      <dgm:spPr/>
    </dgm:pt>
    <dgm:pt modelId="{0132D2E0-921C-4496-8CE8-268114AF3C10}" type="pres">
      <dgm:prSet presAssocID="{5BF1A37B-6A88-4366-B673-8619C2540EDD}" presName="node" presStyleLbl="node1" presStyleIdx="8" presStyleCnt="10">
        <dgm:presLayoutVars>
          <dgm:bulletEnabled val="1"/>
        </dgm:presLayoutVars>
      </dgm:prSet>
      <dgm:spPr/>
    </dgm:pt>
    <dgm:pt modelId="{CE4F014D-C415-4B95-B8EE-7C4711BB0EC5}" type="pres">
      <dgm:prSet presAssocID="{139726C0-2760-492E-BA82-E0E7D5B511EA}" presName="sibTrans" presStyleCnt="0"/>
      <dgm:spPr/>
    </dgm:pt>
    <dgm:pt modelId="{B374088C-3A99-4327-9A75-C3832A2C0E5B}" type="pres">
      <dgm:prSet presAssocID="{E959B87C-1937-47C5-8A90-F160FECCB478}" presName="node" presStyleLbl="node1" presStyleIdx="9" presStyleCnt="10">
        <dgm:presLayoutVars>
          <dgm:bulletEnabled val="1"/>
        </dgm:presLayoutVars>
      </dgm:prSet>
      <dgm:spPr/>
    </dgm:pt>
  </dgm:ptLst>
  <dgm:cxnLst>
    <dgm:cxn modelId="{1ED91E02-9931-4F56-BDA2-EA98FF3CB1EE}" type="presOf" srcId="{75F44A13-D677-4911-9E6D-11BC9F90F295}" destId="{931DFB80-6D8C-4030-8A0C-8AB347D762DA}" srcOrd="0" destOrd="0" presId="urn:microsoft.com/office/officeart/2005/8/layout/default"/>
    <dgm:cxn modelId="{B842F603-D067-419A-B87C-02397708FA26}" srcId="{3DED68DD-B34F-4017-88AE-B82E4F8A93E7}" destId="{EF958E21-F3C6-4E6E-A879-2397836C4E4D}" srcOrd="5" destOrd="0" parTransId="{7668193E-C32E-40BE-A4B8-EC0F85AD00B1}" sibTransId="{251A01C9-678F-4FCA-BD9D-96C93F7681D2}"/>
    <dgm:cxn modelId="{B3FC6A08-F171-4C0B-8092-05BE105B73A5}" srcId="{3DED68DD-B34F-4017-88AE-B82E4F8A93E7}" destId="{1C62B44D-5AEE-4EA0-9313-7307CF27B089}" srcOrd="0" destOrd="0" parTransId="{8A06E61B-993D-43C7-B1AF-6CE238B88C9D}" sibTransId="{3C9ECFAF-7733-4851-958C-A542F9A8C61E}"/>
    <dgm:cxn modelId="{1557DD0D-EC19-44EA-90DF-D268BBCE82F5}" srcId="{3DED68DD-B34F-4017-88AE-B82E4F8A93E7}" destId="{E959B87C-1937-47C5-8A90-F160FECCB478}" srcOrd="9" destOrd="0" parTransId="{74E5211D-11BD-4310-A468-7D000AC02B74}" sibTransId="{7C360861-E1FC-4ABD-9A47-10E490C6BEEB}"/>
    <dgm:cxn modelId="{E16CFD2B-95D3-42DA-A42E-6E502357A0A5}" type="presOf" srcId="{F8726579-25A8-4D90-AEFB-E761557F1EC8}" destId="{EFFD261E-1435-4A62-B8B6-D21C278B4266}" srcOrd="0" destOrd="0" presId="urn:microsoft.com/office/officeart/2005/8/layout/default"/>
    <dgm:cxn modelId="{A3997E2C-5A84-434C-9B12-605B9CBCF56D}" type="presOf" srcId="{5B694FBC-A5DE-4F11-A6DE-8B572D9CE9BA}" destId="{C00A19A3-5FA3-4ED8-A8B3-BD366D8D6E1F}" srcOrd="0" destOrd="0" presId="urn:microsoft.com/office/officeart/2005/8/layout/default"/>
    <dgm:cxn modelId="{4C38CA47-E330-4174-A6A5-3E0DEA83C7D2}" type="presOf" srcId="{1C62B44D-5AEE-4EA0-9313-7307CF27B089}" destId="{E70A0D73-8DFF-431D-A366-836E5F650F3A}" srcOrd="0" destOrd="0" presId="urn:microsoft.com/office/officeart/2005/8/layout/default"/>
    <dgm:cxn modelId="{8C004948-624A-4019-BBF9-5A8005F61BE2}" type="presOf" srcId="{EF958E21-F3C6-4E6E-A879-2397836C4E4D}" destId="{97212E2B-A4A7-49E6-A947-F6CB2A36EFEE}" srcOrd="0" destOrd="0" presId="urn:microsoft.com/office/officeart/2005/8/layout/default"/>
    <dgm:cxn modelId="{5CB24B48-1557-4491-A029-BC5B9894201A}" type="presOf" srcId="{E959B87C-1937-47C5-8A90-F160FECCB478}" destId="{B374088C-3A99-4327-9A75-C3832A2C0E5B}" srcOrd="0" destOrd="0" presId="urn:microsoft.com/office/officeart/2005/8/layout/default"/>
    <dgm:cxn modelId="{A559A36E-8745-4E73-A1FB-927FEDBAABB6}" type="presOf" srcId="{1677552A-DF41-4501-8FC8-88AE15EFE011}" destId="{956E351F-00F6-4310-8EF7-BD9460BF078A}" srcOrd="0" destOrd="0" presId="urn:microsoft.com/office/officeart/2005/8/layout/default"/>
    <dgm:cxn modelId="{54798459-BBB2-4A79-B15B-26A2E5221676}" srcId="{3DED68DD-B34F-4017-88AE-B82E4F8A93E7}" destId="{F8726579-25A8-4D90-AEFB-E761557F1EC8}" srcOrd="3" destOrd="0" parTransId="{FF2B4352-5245-4505-87C0-13C7443EF2E3}" sibTransId="{2427F6FD-35B1-4EE6-AF89-5BCD6BB21348}"/>
    <dgm:cxn modelId="{6D59AA94-D3F4-42CD-933C-8F20DBAB24E2}" type="presOf" srcId="{0C897711-286B-4B29-A768-33D411A45FB1}" destId="{0F6B892D-A572-45EF-A040-EC6E1381B473}" srcOrd="0" destOrd="0" presId="urn:microsoft.com/office/officeart/2005/8/layout/default"/>
    <dgm:cxn modelId="{5F25A9A1-4556-41CC-A512-246AE5470F9F}" srcId="{3DED68DD-B34F-4017-88AE-B82E4F8A93E7}" destId="{5BF1A37B-6A88-4366-B673-8619C2540EDD}" srcOrd="8" destOrd="0" parTransId="{2B9B2707-A320-4314-B796-45E804850E83}" sibTransId="{139726C0-2760-492E-BA82-E0E7D5B511EA}"/>
    <dgm:cxn modelId="{414049B0-0F56-48BE-A376-8109C0D907B6}" type="presOf" srcId="{5BF1A37B-6A88-4366-B673-8619C2540EDD}" destId="{0132D2E0-921C-4496-8CE8-268114AF3C10}" srcOrd="0" destOrd="0" presId="urn:microsoft.com/office/officeart/2005/8/layout/default"/>
    <dgm:cxn modelId="{D98C45B2-F9D3-4D0E-AFD3-A4260DF79B35}" type="presOf" srcId="{3DED68DD-B34F-4017-88AE-B82E4F8A93E7}" destId="{4D48FE7F-C1F0-4D39-9E25-A2E73AF027C9}" srcOrd="0" destOrd="0" presId="urn:microsoft.com/office/officeart/2005/8/layout/default"/>
    <dgm:cxn modelId="{346803B9-85FA-49C9-9E6A-2B15D78FF54B}" srcId="{3DED68DD-B34F-4017-88AE-B82E4F8A93E7}" destId="{5B694FBC-A5DE-4F11-A6DE-8B572D9CE9BA}" srcOrd="1" destOrd="0" parTransId="{AEF62FBD-FA67-4A56-9D29-C6032F1BD754}" sibTransId="{4C5E5C2E-92EA-44BE-8B3A-BBA503625105}"/>
    <dgm:cxn modelId="{8A0592E7-994F-494C-BF25-8DCB81B506C9}" srcId="{3DED68DD-B34F-4017-88AE-B82E4F8A93E7}" destId="{DB48921B-CB89-49DF-BB74-F6D5506EF034}" srcOrd="4" destOrd="0" parTransId="{44FC5352-69F4-4A3F-921E-9C08CB3304D6}" sibTransId="{EEE072C8-4FCD-4357-A64F-FD9F0231FC90}"/>
    <dgm:cxn modelId="{3B4690E9-143E-4BE2-8C8E-DD8E6114525E}" srcId="{3DED68DD-B34F-4017-88AE-B82E4F8A93E7}" destId="{1677552A-DF41-4501-8FC8-88AE15EFE011}" srcOrd="2" destOrd="0" parTransId="{15CB914A-C3B7-4552-AD15-00B3C0485EB9}" sibTransId="{6033572F-B85F-4BF3-8DBC-DE2F8E727149}"/>
    <dgm:cxn modelId="{AC53D7F3-525B-4116-B641-66F549BD59D5}" srcId="{3DED68DD-B34F-4017-88AE-B82E4F8A93E7}" destId="{0C897711-286B-4B29-A768-33D411A45FB1}" srcOrd="7" destOrd="0" parTransId="{FA210B3F-1A1D-4059-9BCD-D9D053AA5100}" sibTransId="{0F4C07D9-1E41-45D4-BD34-769A6F867244}"/>
    <dgm:cxn modelId="{A1D5BAF8-E681-4885-A5BA-A765CB5EC458}" type="presOf" srcId="{DB48921B-CB89-49DF-BB74-F6D5506EF034}" destId="{2432DF9F-B8EC-49FB-B74F-8DE39AE5112E}" srcOrd="0" destOrd="0" presId="urn:microsoft.com/office/officeart/2005/8/layout/default"/>
    <dgm:cxn modelId="{6615F9FE-9D1B-4F42-93BC-3C54D4B8B370}" srcId="{3DED68DD-B34F-4017-88AE-B82E4F8A93E7}" destId="{75F44A13-D677-4911-9E6D-11BC9F90F295}" srcOrd="6" destOrd="0" parTransId="{ACF0B23B-DDB8-4DE7-82E7-106EF5427A0D}" sibTransId="{1CCC8491-1599-4324-88F1-623D868A8AC9}"/>
    <dgm:cxn modelId="{21DFCB88-6E6F-43E5-995E-1538437AF1DE}" type="presParOf" srcId="{4D48FE7F-C1F0-4D39-9E25-A2E73AF027C9}" destId="{E70A0D73-8DFF-431D-A366-836E5F650F3A}" srcOrd="0" destOrd="0" presId="urn:microsoft.com/office/officeart/2005/8/layout/default"/>
    <dgm:cxn modelId="{AB93B3E0-29A9-466B-BC8F-BE36C76E39A0}" type="presParOf" srcId="{4D48FE7F-C1F0-4D39-9E25-A2E73AF027C9}" destId="{B4E4C26C-ECB2-427C-B12D-69065DC73D37}" srcOrd="1" destOrd="0" presId="urn:microsoft.com/office/officeart/2005/8/layout/default"/>
    <dgm:cxn modelId="{608DECF1-7405-48D4-873C-7A3FC576A3D1}" type="presParOf" srcId="{4D48FE7F-C1F0-4D39-9E25-A2E73AF027C9}" destId="{C00A19A3-5FA3-4ED8-A8B3-BD366D8D6E1F}" srcOrd="2" destOrd="0" presId="urn:microsoft.com/office/officeart/2005/8/layout/default"/>
    <dgm:cxn modelId="{34633A03-4860-41CD-8C11-1077F7926BEA}" type="presParOf" srcId="{4D48FE7F-C1F0-4D39-9E25-A2E73AF027C9}" destId="{8B9C9A40-EE91-4B17-B2B2-29782A38D265}" srcOrd="3" destOrd="0" presId="urn:microsoft.com/office/officeart/2005/8/layout/default"/>
    <dgm:cxn modelId="{995ACA27-3F2C-477E-8543-6D2140909E4F}" type="presParOf" srcId="{4D48FE7F-C1F0-4D39-9E25-A2E73AF027C9}" destId="{956E351F-00F6-4310-8EF7-BD9460BF078A}" srcOrd="4" destOrd="0" presId="urn:microsoft.com/office/officeart/2005/8/layout/default"/>
    <dgm:cxn modelId="{1D93984C-096C-4217-B1F1-E26DD4EC7F5F}" type="presParOf" srcId="{4D48FE7F-C1F0-4D39-9E25-A2E73AF027C9}" destId="{EE44909C-0763-4B6D-8EC0-9918A80741A7}" srcOrd="5" destOrd="0" presId="urn:microsoft.com/office/officeart/2005/8/layout/default"/>
    <dgm:cxn modelId="{3C90AB20-F41C-4ABD-BB0B-E93A41053B98}" type="presParOf" srcId="{4D48FE7F-C1F0-4D39-9E25-A2E73AF027C9}" destId="{EFFD261E-1435-4A62-B8B6-D21C278B4266}" srcOrd="6" destOrd="0" presId="urn:microsoft.com/office/officeart/2005/8/layout/default"/>
    <dgm:cxn modelId="{7F3BB8F0-42D6-492F-93F5-BCA172266E37}" type="presParOf" srcId="{4D48FE7F-C1F0-4D39-9E25-A2E73AF027C9}" destId="{0FF803F7-E07A-4926-9C16-2DCE29F52E69}" srcOrd="7" destOrd="0" presId="urn:microsoft.com/office/officeart/2005/8/layout/default"/>
    <dgm:cxn modelId="{8A601C75-8641-4804-99B4-C14AB221C707}" type="presParOf" srcId="{4D48FE7F-C1F0-4D39-9E25-A2E73AF027C9}" destId="{2432DF9F-B8EC-49FB-B74F-8DE39AE5112E}" srcOrd="8" destOrd="0" presId="urn:microsoft.com/office/officeart/2005/8/layout/default"/>
    <dgm:cxn modelId="{B909849E-5BAA-40F4-A9F4-69CC0EC485CD}" type="presParOf" srcId="{4D48FE7F-C1F0-4D39-9E25-A2E73AF027C9}" destId="{B9FE35BA-0170-4979-9D80-25D2258F7119}" srcOrd="9" destOrd="0" presId="urn:microsoft.com/office/officeart/2005/8/layout/default"/>
    <dgm:cxn modelId="{9535BA8F-CDBA-47E5-A5AF-2F8B6B062526}" type="presParOf" srcId="{4D48FE7F-C1F0-4D39-9E25-A2E73AF027C9}" destId="{97212E2B-A4A7-49E6-A947-F6CB2A36EFEE}" srcOrd="10" destOrd="0" presId="urn:microsoft.com/office/officeart/2005/8/layout/default"/>
    <dgm:cxn modelId="{393E2611-3F59-4C63-A7CC-27C7E99F831E}" type="presParOf" srcId="{4D48FE7F-C1F0-4D39-9E25-A2E73AF027C9}" destId="{7EDDD4E8-4803-4B34-85A9-4170EF68413A}" srcOrd="11" destOrd="0" presId="urn:microsoft.com/office/officeart/2005/8/layout/default"/>
    <dgm:cxn modelId="{720EEDDB-458D-41DB-AFD2-497B8B6F5121}" type="presParOf" srcId="{4D48FE7F-C1F0-4D39-9E25-A2E73AF027C9}" destId="{931DFB80-6D8C-4030-8A0C-8AB347D762DA}" srcOrd="12" destOrd="0" presId="urn:microsoft.com/office/officeart/2005/8/layout/default"/>
    <dgm:cxn modelId="{936E2761-5931-4EA4-9FA0-AB22C515C59F}" type="presParOf" srcId="{4D48FE7F-C1F0-4D39-9E25-A2E73AF027C9}" destId="{85372349-9B70-4062-B7BE-AC6C01B3E3A1}" srcOrd="13" destOrd="0" presId="urn:microsoft.com/office/officeart/2005/8/layout/default"/>
    <dgm:cxn modelId="{0922AF12-4F1B-4074-85A5-B5FE10BFCF3B}" type="presParOf" srcId="{4D48FE7F-C1F0-4D39-9E25-A2E73AF027C9}" destId="{0F6B892D-A572-45EF-A040-EC6E1381B473}" srcOrd="14" destOrd="0" presId="urn:microsoft.com/office/officeart/2005/8/layout/default"/>
    <dgm:cxn modelId="{7D33E76E-2442-40CD-8D2A-C84F8BC54400}" type="presParOf" srcId="{4D48FE7F-C1F0-4D39-9E25-A2E73AF027C9}" destId="{4713C92B-7A48-4B7A-A8A0-B883CA5DE923}" srcOrd="15" destOrd="0" presId="urn:microsoft.com/office/officeart/2005/8/layout/default"/>
    <dgm:cxn modelId="{DD7D9B67-3E19-4BE6-ADDF-41F2C4406D33}" type="presParOf" srcId="{4D48FE7F-C1F0-4D39-9E25-A2E73AF027C9}" destId="{0132D2E0-921C-4496-8CE8-268114AF3C10}" srcOrd="16" destOrd="0" presId="urn:microsoft.com/office/officeart/2005/8/layout/default"/>
    <dgm:cxn modelId="{C4B29678-CFFE-4650-B31C-90F86187061E}" type="presParOf" srcId="{4D48FE7F-C1F0-4D39-9E25-A2E73AF027C9}" destId="{CE4F014D-C415-4B95-B8EE-7C4711BB0EC5}" srcOrd="17" destOrd="0" presId="urn:microsoft.com/office/officeart/2005/8/layout/default"/>
    <dgm:cxn modelId="{F80A271B-8017-4DB1-AE46-3326DA167FB2}" type="presParOf" srcId="{4D48FE7F-C1F0-4D39-9E25-A2E73AF027C9}" destId="{B374088C-3A99-4327-9A75-C3832A2C0E5B}"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5A0C0A3-F86A-4C4D-B973-D3F5592CE73F}"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9A7C4D54-3BAA-4BF2-97EA-52C1EC4141A0}">
      <dgm:prSet custT="1"/>
      <dgm:spPr/>
      <dgm:t>
        <a:bodyPr/>
        <a:lstStyle/>
        <a:p>
          <a:pPr algn="ctr"/>
          <a:r>
            <a:rPr lang="ar-MA" sz="2400" b="1"/>
            <a:t>المجالات المختلفة للتضحية:</a:t>
          </a:r>
          <a:endParaRPr lang="en-US" sz="2400" b="1"/>
        </a:p>
      </dgm:t>
    </dgm:pt>
    <dgm:pt modelId="{048A3A37-8350-4C8D-AE97-962DA9FAFE5C}" type="parTrans" cxnId="{CF4C41A8-5219-4B60-8F63-05E36F145B2C}">
      <dgm:prSet/>
      <dgm:spPr/>
      <dgm:t>
        <a:bodyPr/>
        <a:lstStyle/>
        <a:p>
          <a:endParaRPr lang="en-US"/>
        </a:p>
      </dgm:t>
    </dgm:pt>
    <dgm:pt modelId="{E8E7A5E4-0D2F-4CD8-A63F-64F67B4070F4}" type="sibTrans" cxnId="{CF4C41A8-5219-4B60-8F63-05E36F145B2C}">
      <dgm:prSet/>
      <dgm:spPr/>
      <dgm:t>
        <a:bodyPr/>
        <a:lstStyle/>
        <a:p>
          <a:endParaRPr lang="en-US"/>
        </a:p>
      </dgm:t>
    </dgm:pt>
    <dgm:pt modelId="{137323B9-8039-46EB-989C-621CA40281CB}">
      <dgm:prSet custT="1"/>
      <dgm:spPr/>
      <dgm:t>
        <a:bodyPr/>
        <a:lstStyle/>
        <a:p>
          <a:pPr algn="ctr"/>
          <a:r>
            <a:rPr lang="ar-MA" sz="2400" b="1"/>
            <a:t>التضحية بالوقت والجهد في سبيل العلم والتعلم والتعليم</a:t>
          </a:r>
          <a:endParaRPr lang="en-US" sz="2400" b="1"/>
        </a:p>
      </dgm:t>
    </dgm:pt>
    <dgm:pt modelId="{3F551900-683B-4C89-87AF-3D4565FDDE25}" type="parTrans" cxnId="{4BF463EA-8511-40BE-85B9-94B1424FA0E1}">
      <dgm:prSet/>
      <dgm:spPr/>
      <dgm:t>
        <a:bodyPr/>
        <a:lstStyle/>
        <a:p>
          <a:endParaRPr lang="en-US"/>
        </a:p>
      </dgm:t>
    </dgm:pt>
    <dgm:pt modelId="{7081870D-E6E6-4E71-B633-EE93C52BB598}" type="sibTrans" cxnId="{4BF463EA-8511-40BE-85B9-94B1424FA0E1}">
      <dgm:prSet/>
      <dgm:spPr/>
      <dgm:t>
        <a:bodyPr/>
        <a:lstStyle/>
        <a:p>
          <a:endParaRPr lang="en-US"/>
        </a:p>
      </dgm:t>
    </dgm:pt>
    <dgm:pt modelId="{7B09A660-FF13-4565-99BD-7CEC2526EF95}">
      <dgm:prSet custT="1"/>
      <dgm:spPr/>
      <dgm:t>
        <a:bodyPr/>
        <a:lstStyle/>
        <a:p>
          <a:pPr algn="ctr"/>
          <a:r>
            <a:rPr lang="ar-MA" sz="2400" b="1"/>
            <a:t>التضحية بالراحة الشخصية لخدمة المجتمع والقضايا العامة</a:t>
          </a:r>
          <a:endParaRPr lang="en-US" sz="2400" b="1"/>
        </a:p>
      </dgm:t>
    </dgm:pt>
    <dgm:pt modelId="{DAF1E3A8-8318-4BD9-87E0-1BFC914422CF}" type="parTrans" cxnId="{9722D3B8-490D-4133-A886-5C46FEC726C6}">
      <dgm:prSet/>
      <dgm:spPr/>
      <dgm:t>
        <a:bodyPr/>
        <a:lstStyle/>
        <a:p>
          <a:endParaRPr lang="en-US"/>
        </a:p>
      </dgm:t>
    </dgm:pt>
    <dgm:pt modelId="{685E13C6-3BF0-47D7-B54B-E387B7EFF772}" type="sibTrans" cxnId="{9722D3B8-490D-4133-A886-5C46FEC726C6}">
      <dgm:prSet/>
      <dgm:spPr/>
      <dgm:t>
        <a:bodyPr/>
        <a:lstStyle/>
        <a:p>
          <a:endParaRPr lang="en-US"/>
        </a:p>
      </dgm:t>
    </dgm:pt>
    <dgm:pt modelId="{FBA971C1-164D-4304-8D20-35ADB718CD19}">
      <dgm:prSet custT="1"/>
      <dgm:spPr/>
      <dgm:t>
        <a:bodyPr/>
        <a:lstStyle/>
        <a:p>
          <a:pPr algn="ctr"/>
          <a:r>
            <a:rPr lang="ar-MA" sz="2400" b="1" dirty="0"/>
            <a:t>التضحية المادية في سبيل مساعدة المحتاجين والمشاريع الخيرية</a:t>
          </a:r>
          <a:endParaRPr lang="en-US" sz="2400" b="1" dirty="0"/>
        </a:p>
      </dgm:t>
    </dgm:pt>
    <dgm:pt modelId="{86C78A08-03B9-4554-A5BF-59999517DC8F}" type="parTrans" cxnId="{1C1D4472-762C-44A2-80EB-EF9A2B8CFC24}">
      <dgm:prSet/>
      <dgm:spPr/>
      <dgm:t>
        <a:bodyPr/>
        <a:lstStyle/>
        <a:p>
          <a:endParaRPr lang="en-US"/>
        </a:p>
      </dgm:t>
    </dgm:pt>
    <dgm:pt modelId="{76740C6D-4214-48EB-97F6-A0328E711E25}" type="sibTrans" cxnId="{1C1D4472-762C-44A2-80EB-EF9A2B8CFC24}">
      <dgm:prSet/>
      <dgm:spPr/>
      <dgm:t>
        <a:bodyPr/>
        <a:lstStyle/>
        <a:p>
          <a:endParaRPr lang="en-US"/>
        </a:p>
      </dgm:t>
    </dgm:pt>
    <dgm:pt modelId="{546F58C2-2F88-4813-ACD5-B77592BA8B4D}">
      <dgm:prSet custT="1"/>
      <dgm:spPr/>
      <dgm:t>
        <a:bodyPr/>
        <a:lstStyle/>
        <a:p>
          <a:pPr algn="ctr"/>
          <a:r>
            <a:rPr lang="ar-MA" sz="2400" b="1"/>
            <a:t>التضحية بالمصالح الشخصية من أجل تحقيق المصلحة العامة</a:t>
          </a:r>
          <a:endParaRPr lang="en-US" sz="2400" b="1"/>
        </a:p>
      </dgm:t>
    </dgm:pt>
    <dgm:pt modelId="{6B3716B0-78CA-43DF-9E91-3A36FA894DA7}" type="parTrans" cxnId="{23C68855-258C-4CBE-A436-2B31EE4CC762}">
      <dgm:prSet/>
      <dgm:spPr/>
      <dgm:t>
        <a:bodyPr/>
        <a:lstStyle/>
        <a:p>
          <a:endParaRPr lang="en-US"/>
        </a:p>
      </dgm:t>
    </dgm:pt>
    <dgm:pt modelId="{74C92E91-537C-4C5F-9CD7-CAD5BDFE66A3}" type="sibTrans" cxnId="{23C68855-258C-4CBE-A436-2B31EE4CC762}">
      <dgm:prSet/>
      <dgm:spPr/>
      <dgm:t>
        <a:bodyPr/>
        <a:lstStyle/>
        <a:p>
          <a:endParaRPr lang="en-US"/>
        </a:p>
      </dgm:t>
    </dgm:pt>
    <dgm:pt modelId="{367581AC-D5E0-40E0-893A-473B760917A8}">
      <dgm:prSet custT="1"/>
      <dgm:spPr/>
      <dgm:t>
        <a:bodyPr/>
        <a:lstStyle/>
        <a:p>
          <a:pPr algn="ctr"/>
          <a:r>
            <a:rPr lang="ar-MA" sz="2400" b="1"/>
            <a:t>القيم المرتبطة بالتضحية:</a:t>
          </a:r>
          <a:endParaRPr lang="en-US" sz="2400" b="1"/>
        </a:p>
      </dgm:t>
    </dgm:pt>
    <dgm:pt modelId="{1950F2F8-DD2A-4115-A04C-079F7DFFDEFF}" type="parTrans" cxnId="{6C21F39A-E8DD-4A9F-8EB7-FDC9196799FE}">
      <dgm:prSet/>
      <dgm:spPr/>
      <dgm:t>
        <a:bodyPr/>
        <a:lstStyle/>
        <a:p>
          <a:endParaRPr lang="en-US"/>
        </a:p>
      </dgm:t>
    </dgm:pt>
    <dgm:pt modelId="{F408F19C-7514-4A56-9C7F-E519EF0E60B8}" type="sibTrans" cxnId="{6C21F39A-E8DD-4A9F-8EB7-FDC9196799FE}">
      <dgm:prSet/>
      <dgm:spPr/>
      <dgm:t>
        <a:bodyPr/>
        <a:lstStyle/>
        <a:p>
          <a:endParaRPr lang="en-US"/>
        </a:p>
      </dgm:t>
    </dgm:pt>
    <dgm:pt modelId="{C856C182-C304-4B39-B264-1BE425154C15}">
      <dgm:prSet custT="1"/>
      <dgm:spPr/>
      <dgm:t>
        <a:bodyPr/>
        <a:lstStyle/>
        <a:p>
          <a:pPr algn="ctr"/>
          <a:r>
            <a:rPr lang="ar-MA" sz="2400" b="1"/>
            <a:t>الإيثار وتقديم الآخرين على النفس</a:t>
          </a:r>
          <a:endParaRPr lang="en-US" sz="2400" b="1"/>
        </a:p>
      </dgm:t>
    </dgm:pt>
    <dgm:pt modelId="{D37BBA7D-5DCC-4887-9266-7B07CD97015B}" type="parTrans" cxnId="{48518A08-D679-4AE6-9D11-9E37264765DB}">
      <dgm:prSet/>
      <dgm:spPr/>
      <dgm:t>
        <a:bodyPr/>
        <a:lstStyle/>
        <a:p>
          <a:endParaRPr lang="en-US"/>
        </a:p>
      </dgm:t>
    </dgm:pt>
    <dgm:pt modelId="{D8064FF1-9841-432E-AC6E-1AC7DE1F926F}" type="sibTrans" cxnId="{48518A08-D679-4AE6-9D11-9E37264765DB}">
      <dgm:prSet/>
      <dgm:spPr/>
      <dgm:t>
        <a:bodyPr/>
        <a:lstStyle/>
        <a:p>
          <a:endParaRPr lang="en-US"/>
        </a:p>
      </dgm:t>
    </dgm:pt>
    <dgm:pt modelId="{BEC2B34C-15DB-464F-8EA2-F7F91811DE19}">
      <dgm:prSet custT="1"/>
      <dgm:spPr/>
      <dgm:t>
        <a:bodyPr/>
        <a:lstStyle/>
        <a:p>
          <a:pPr algn="ctr"/>
          <a:r>
            <a:rPr lang="ar-MA" sz="2400" b="1"/>
            <a:t>الصبر وتحمل المشقة في سبيل تحقيق الأهداف النبيلة</a:t>
          </a:r>
          <a:endParaRPr lang="en-US" sz="2400" b="1"/>
        </a:p>
      </dgm:t>
    </dgm:pt>
    <dgm:pt modelId="{ACA9A8E6-396F-4E09-B7F3-964EF2460F66}" type="parTrans" cxnId="{4BF75649-C337-440C-8D4D-9E366DCBBF77}">
      <dgm:prSet/>
      <dgm:spPr/>
      <dgm:t>
        <a:bodyPr/>
        <a:lstStyle/>
        <a:p>
          <a:endParaRPr lang="en-US"/>
        </a:p>
      </dgm:t>
    </dgm:pt>
    <dgm:pt modelId="{9AE1192F-EEB2-48C9-980C-83BB4E959890}" type="sibTrans" cxnId="{4BF75649-C337-440C-8D4D-9E366DCBBF77}">
      <dgm:prSet/>
      <dgm:spPr/>
      <dgm:t>
        <a:bodyPr/>
        <a:lstStyle/>
        <a:p>
          <a:endParaRPr lang="en-US"/>
        </a:p>
      </dgm:t>
    </dgm:pt>
    <dgm:pt modelId="{3C8E3055-C98E-4CC5-B123-B48AA71D6D84}">
      <dgm:prSet custT="1"/>
      <dgm:spPr/>
      <dgm:t>
        <a:bodyPr/>
        <a:lstStyle/>
        <a:p>
          <a:pPr algn="ctr"/>
          <a:r>
            <a:rPr lang="ar-MA" sz="2400" b="1"/>
            <a:t>النظر للمصلحة العامة قبل المصلحة الشخصية</a:t>
          </a:r>
          <a:endParaRPr lang="en-US" sz="2400" b="1"/>
        </a:p>
      </dgm:t>
    </dgm:pt>
    <dgm:pt modelId="{17EA7EF1-0D42-4D94-AF61-C31A9B9DE859}" type="parTrans" cxnId="{73DE2A0E-25D5-44A2-8B89-6017DD5AEDC9}">
      <dgm:prSet/>
      <dgm:spPr/>
      <dgm:t>
        <a:bodyPr/>
        <a:lstStyle/>
        <a:p>
          <a:endParaRPr lang="en-US"/>
        </a:p>
      </dgm:t>
    </dgm:pt>
    <dgm:pt modelId="{1015A90D-2241-4E0A-B99D-11720780B2D0}" type="sibTrans" cxnId="{73DE2A0E-25D5-44A2-8B89-6017DD5AEDC9}">
      <dgm:prSet/>
      <dgm:spPr/>
      <dgm:t>
        <a:bodyPr/>
        <a:lstStyle/>
        <a:p>
          <a:endParaRPr lang="en-US"/>
        </a:p>
      </dgm:t>
    </dgm:pt>
    <dgm:pt modelId="{FE487E7F-AD51-4C3B-B480-F032AF23075F}">
      <dgm:prSet custT="1"/>
      <dgm:spPr/>
      <dgm:t>
        <a:bodyPr/>
        <a:lstStyle/>
        <a:p>
          <a:pPr algn="ctr"/>
          <a:r>
            <a:rPr lang="ar-MA" sz="2400" b="1" dirty="0"/>
            <a:t>الزهد في متاع الدنيا من أجل قيم أسمى وأهداف أعلى</a:t>
          </a:r>
          <a:endParaRPr lang="en-US" sz="2400" b="1" dirty="0"/>
        </a:p>
      </dgm:t>
    </dgm:pt>
    <dgm:pt modelId="{A7394FD3-571B-4F97-9E32-5CBCCF464B0D}" type="parTrans" cxnId="{B6DE9D8D-2650-4760-BB2C-A6EF9FB32200}">
      <dgm:prSet/>
      <dgm:spPr/>
      <dgm:t>
        <a:bodyPr/>
        <a:lstStyle/>
        <a:p>
          <a:endParaRPr lang="en-US"/>
        </a:p>
      </dgm:t>
    </dgm:pt>
    <dgm:pt modelId="{EE892936-5670-4416-A283-E89500FB9AC2}" type="sibTrans" cxnId="{B6DE9D8D-2650-4760-BB2C-A6EF9FB32200}">
      <dgm:prSet/>
      <dgm:spPr/>
      <dgm:t>
        <a:bodyPr/>
        <a:lstStyle/>
        <a:p>
          <a:endParaRPr lang="en-US"/>
        </a:p>
      </dgm:t>
    </dgm:pt>
    <dgm:pt modelId="{15E83F2C-250C-4743-AC49-8CEB1B9A9888}" type="pres">
      <dgm:prSet presAssocID="{45A0C0A3-F86A-4C4D-B973-D3F5592CE73F}" presName="vert0" presStyleCnt="0">
        <dgm:presLayoutVars>
          <dgm:dir/>
          <dgm:animOne val="branch"/>
          <dgm:animLvl val="lvl"/>
        </dgm:presLayoutVars>
      </dgm:prSet>
      <dgm:spPr/>
    </dgm:pt>
    <dgm:pt modelId="{C1D3758A-959D-45A8-9229-696434602809}" type="pres">
      <dgm:prSet presAssocID="{9A7C4D54-3BAA-4BF2-97EA-52C1EC4141A0}" presName="thickLine" presStyleLbl="alignNode1" presStyleIdx="0" presStyleCnt="10"/>
      <dgm:spPr/>
    </dgm:pt>
    <dgm:pt modelId="{10549F8E-4E43-47FF-8348-6443E1A4B9BB}" type="pres">
      <dgm:prSet presAssocID="{9A7C4D54-3BAA-4BF2-97EA-52C1EC4141A0}" presName="horz1" presStyleCnt="0"/>
      <dgm:spPr/>
    </dgm:pt>
    <dgm:pt modelId="{00E4529D-4A48-4EC9-B67C-27D64E29080F}" type="pres">
      <dgm:prSet presAssocID="{9A7C4D54-3BAA-4BF2-97EA-52C1EC4141A0}" presName="tx1" presStyleLbl="revTx" presStyleIdx="0" presStyleCnt="10"/>
      <dgm:spPr/>
    </dgm:pt>
    <dgm:pt modelId="{D0C5A452-56A8-4991-910C-617F2A90DF4F}" type="pres">
      <dgm:prSet presAssocID="{9A7C4D54-3BAA-4BF2-97EA-52C1EC4141A0}" presName="vert1" presStyleCnt="0"/>
      <dgm:spPr/>
    </dgm:pt>
    <dgm:pt modelId="{CA0BD497-56C6-4D5E-8754-ABA480719FE1}" type="pres">
      <dgm:prSet presAssocID="{137323B9-8039-46EB-989C-621CA40281CB}" presName="thickLine" presStyleLbl="alignNode1" presStyleIdx="1" presStyleCnt="10"/>
      <dgm:spPr/>
    </dgm:pt>
    <dgm:pt modelId="{2C49EC16-A8B9-4E32-A92D-78314E5B4F1D}" type="pres">
      <dgm:prSet presAssocID="{137323B9-8039-46EB-989C-621CA40281CB}" presName="horz1" presStyleCnt="0"/>
      <dgm:spPr/>
    </dgm:pt>
    <dgm:pt modelId="{25924A50-7223-422C-AD5E-7EEA6F946A16}" type="pres">
      <dgm:prSet presAssocID="{137323B9-8039-46EB-989C-621CA40281CB}" presName="tx1" presStyleLbl="revTx" presStyleIdx="1" presStyleCnt="10"/>
      <dgm:spPr/>
    </dgm:pt>
    <dgm:pt modelId="{580E6B80-6637-498A-A003-6A61649865C7}" type="pres">
      <dgm:prSet presAssocID="{137323B9-8039-46EB-989C-621CA40281CB}" presName="vert1" presStyleCnt="0"/>
      <dgm:spPr/>
    </dgm:pt>
    <dgm:pt modelId="{16792F68-E86C-488D-AF82-D529AE644D42}" type="pres">
      <dgm:prSet presAssocID="{7B09A660-FF13-4565-99BD-7CEC2526EF95}" presName="thickLine" presStyleLbl="alignNode1" presStyleIdx="2" presStyleCnt="10"/>
      <dgm:spPr/>
    </dgm:pt>
    <dgm:pt modelId="{A06F5166-B7FA-4B99-B139-63548FDF1789}" type="pres">
      <dgm:prSet presAssocID="{7B09A660-FF13-4565-99BD-7CEC2526EF95}" presName="horz1" presStyleCnt="0"/>
      <dgm:spPr/>
    </dgm:pt>
    <dgm:pt modelId="{FBF602E8-2A94-4A35-B81C-AA526A870051}" type="pres">
      <dgm:prSet presAssocID="{7B09A660-FF13-4565-99BD-7CEC2526EF95}" presName="tx1" presStyleLbl="revTx" presStyleIdx="2" presStyleCnt="10"/>
      <dgm:spPr/>
    </dgm:pt>
    <dgm:pt modelId="{A774F1D9-C8C7-45F3-BF83-5470056373A8}" type="pres">
      <dgm:prSet presAssocID="{7B09A660-FF13-4565-99BD-7CEC2526EF95}" presName="vert1" presStyleCnt="0"/>
      <dgm:spPr/>
    </dgm:pt>
    <dgm:pt modelId="{39EC71FE-8BEE-49F1-9D5E-861103FBEF20}" type="pres">
      <dgm:prSet presAssocID="{FBA971C1-164D-4304-8D20-35ADB718CD19}" presName="thickLine" presStyleLbl="alignNode1" presStyleIdx="3" presStyleCnt="10"/>
      <dgm:spPr/>
    </dgm:pt>
    <dgm:pt modelId="{B4CF6D00-318E-4A20-9641-8E0357280886}" type="pres">
      <dgm:prSet presAssocID="{FBA971C1-164D-4304-8D20-35ADB718CD19}" presName="horz1" presStyleCnt="0"/>
      <dgm:spPr/>
    </dgm:pt>
    <dgm:pt modelId="{31188917-C90C-465A-99C6-6196962ABACE}" type="pres">
      <dgm:prSet presAssocID="{FBA971C1-164D-4304-8D20-35ADB718CD19}" presName="tx1" presStyleLbl="revTx" presStyleIdx="3" presStyleCnt="10"/>
      <dgm:spPr/>
    </dgm:pt>
    <dgm:pt modelId="{D5423E07-CD90-45AD-8631-B317F71CCA2D}" type="pres">
      <dgm:prSet presAssocID="{FBA971C1-164D-4304-8D20-35ADB718CD19}" presName="vert1" presStyleCnt="0"/>
      <dgm:spPr/>
    </dgm:pt>
    <dgm:pt modelId="{6D2A991E-EB91-452F-9BE4-301E5CA9562D}" type="pres">
      <dgm:prSet presAssocID="{546F58C2-2F88-4813-ACD5-B77592BA8B4D}" presName="thickLine" presStyleLbl="alignNode1" presStyleIdx="4" presStyleCnt="10"/>
      <dgm:spPr/>
    </dgm:pt>
    <dgm:pt modelId="{70F0E420-D2C6-4A4D-ABCA-42CCD9EB2245}" type="pres">
      <dgm:prSet presAssocID="{546F58C2-2F88-4813-ACD5-B77592BA8B4D}" presName="horz1" presStyleCnt="0"/>
      <dgm:spPr/>
    </dgm:pt>
    <dgm:pt modelId="{020BD871-42B4-40C2-B050-449B6DB93675}" type="pres">
      <dgm:prSet presAssocID="{546F58C2-2F88-4813-ACD5-B77592BA8B4D}" presName="tx1" presStyleLbl="revTx" presStyleIdx="4" presStyleCnt="10"/>
      <dgm:spPr/>
    </dgm:pt>
    <dgm:pt modelId="{5F88C501-6F16-4804-9086-C3CC59AA8893}" type="pres">
      <dgm:prSet presAssocID="{546F58C2-2F88-4813-ACD5-B77592BA8B4D}" presName="vert1" presStyleCnt="0"/>
      <dgm:spPr/>
    </dgm:pt>
    <dgm:pt modelId="{5787097B-5D33-4169-8C88-A5C28E265B62}" type="pres">
      <dgm:prSet presAssocID="{367581AC-D5E0-40E0-893A-473B760917A8}" presName="thickLine" presStyleLbl="alignNode1" presStyleIdx="5" presStyleCnt="10"/>
      <dgm:spPr/>
    </dgm:pt>
    <dgm:pt modelId="{556505B0-9DB6-4E07-8AE5-CAF3CED984A5}" type="pres">
      <dgm:prSet presAssocID="{367581AC-D5E0-40E0-893A-473B760917A8}" presName="horz1" presStyleCnt="0"/>
      <dgm:spPr/>
    </dgm:pt>
    <dgm:pt modelId="{84554001-FB54-4AE1-A188-5115EFCC515A}" type="pres">
      <dgm:prSet presAssocID="{367581AC-D5E0-40E0-893A-473B760917A8}" presName="tx1" presStyleLbl="revTx" presStyleIdx="5" presStyleCnt="10"/>
      <dgm:spPr/>
    </dgm:pt>
    <dgm:pt modelId="{CDB77479-A195-4001-9FD8-97F0CBBC9EF9}" type="pres">
      <dgm:prSet presAssocID="{367581AC-D5E0-40E0-893A-473B760917A8}" presName="vert1" presStyleCnt="0"/>
      <dgm:spPr/>
    </dgm:pt>
    <dgm:pt modelId="{75A0CDBB-6DF0-460C-B138-EC0D565695F8}" type="pres">
      <dgm:prSet presAssocID="{C856C182-C304-4B39-B264-1BE425154C15}" presName="thickLine" presStyleLbl="alignNode1" presStyleIdx="6" presStyleCnt="10"/>
      <dgm:spPr/>
    </dgm:pt>
    <dgm:pt modelId="{158B8C48-0753-4EEB-B883-282E9B4DBD36}" type="pres">
      <dgm:prSet presAssocID="{C856C182-C304-4B39-B264-1BE425154C15}" presName="horz1" presStyleCnt="0"/>
      <dgm:spPr/>
    </dgm:pt>
    <dgm:pt modelId="{9AEF854A-48B0-42E4-AFD2-812E3C95FF17}" type="pres">
      <dgm:prSet presAssocID="{C856C182-C304-4B39-B264-1BE425154C15}" presName="tx1" presStyleLbl="revTx" presStyleIdx="6" presStyleCnt="10"/>
      <dgm:spPr/>
    </dgm:pt>
    <dgm:pt modelId="{74509D0C-E2F1-46E9-B0AE-70748DD32F20}" type="pres">
      <dgm:prSet presAssocID="{C856C182-C304-4B39-B264-1BE425154C15}" presName="vert1" presStyleCnt="0"/>
      <dgm:spPr/>
    </dgm:pt>
    <dgm:pt modelId="{E4E99809-86E5-4E5B-8AB1-5EBA63D10EE3}" type="pres">
      <dgm:prSet presAssocID="{BEC2B34C-15DB-464F-8EA2-F7F91811DE19}" presName="thickLine" presStyleLbl="alignNode1" presStyleIdx="7" presStyleCnt="10"/>
      <dgm:spPr/>
    </dgm:pt>
    <dgm:pt modelId="{8CAC9D20-CB46-4C75-853A-78B9C35DE188}" type="pres">
      <dgm:prSet presAssocID="{BEC2B34C-15DB-464F-8EA2-F7F91811DE19}" presName="horz1" presStyleCnt="0"/>
      <dgm:spPr/>
    </dgm:pt>
    <dgm:pt modelId="{40B3B9EE-5451-4F3B-A6F4-6167C069613E}" type="pres">
      <dgm:prSet presAssocID="{BEC2B34C-15DB-464F-8EA2-F7F91811DE19}" presName="tx1" presStyleLbl="revTx" presStyleIdx="7" presStyleCnt="10"/>
      <dgm:spPr/>
    </dgm:pt>
    <dgm:pt modelId="{A6B81950-083D-47D3-8CA3-1EC54A6B04C5}" type="pres">
      <dgm:prSet presAssocID="{BEC2B34C-15DB-464F-8EA2-F7F91811DE19}" presName="vert1" presStyleCnt="0"/>
      <dgm:spPr/>
    </dgm:pt>
    <dgm:pt modelId="{5790F15D-590B-4684-970B-D1AF926F745A}" type="pres">
      <dgm:prSet presAssocID="{3C8E3055-C98E-4CC5-B123-B48AA71D6D84}" presName="thickLine" presStyleLbl="alignNode1" presStyleIdx="8" presStyleCnt="10"/>
      <dgm:spPr/>
    </dgm:pt>
    <dgm:pt modelId="{482E06FE-49E8-4E99-8C5E-3DB2C3F45354}" type="pres">
      <dgm:prSet presAssocID="{3C8E3055-C98E-4CC5-B123-B48AA71D6D84}" presName="horz1" presStyleCnt="0"/>
      <dgm:spPr/>
    </dgm:pt>
    <dgm:pt modelId="{E610F0F0-4242-49D8-8E43-12B6611F0441}" type="pres">
      <dgm:prSet presAssocID="{3C8E3055-C98E-4CC5-B123-B48AA71D6D84}" presName="tx1" presStyleLbl="revTx" presStyleIdx="8" presStyleCnt="10"/>
      <dgm:spPr/>
    </dgm:pt>
    <dgm:pt modelId="{EA85CB30-4E44-41D3-894F-57D03BE00188}" type="pres">
      <dgm:prSet presAssocID="{3C8E3055-C98E-4CC5-B123-B48AA71D6D84}" presName="vert1" presStyleCnt="0"/>
      <dgm:spPr/>
    </dgm:pt>
    <dgm:pt modelId="{0EE31882-AE0D-4ECA-8FD6-0D70FAF838D0}" type="pres">
      <dgm:prSet presAssocID="{FE487E7F-AD51-4C3B-B480-F032AF23075F}" presName="thickLine" presStyleLbl="alignNode1" presStyleIdx="9" presStyleCnt="10"/>
      <dgm:spPr/>
    </dgm:pt>
    <dgm:pt modelId="{38D8BF74-F266-4DA3-AEC2-D4BA6B24FDBB}" type="pres">
      <dgm:prSet presAssocID="{FE487E7F-AD51-4C3B-B480-F032AF23075F}" presName="horz1" presStyleCnt="0"/>
      <dgm:spPr/>
    </dgm:pt>
    <dgm:pt modelId="{E78E6303-767F-4769-B69D-7844FB3C36CF}" type="pres">
      <dgm:prSet presAssocID="{FE487E7F-AD51-4C3B-B480-F032AF23075F}" presName="tx1" presStyleLbl="revTx" presStyleIdx="9" presStyleCnt="10"/>
      <dgm:spPr/>
    </dgm:pt>
    <dgm:pt modelId="{224DBBE3-EB78-495B-9616-C83BA4123991}" type="pres">
      <dgm:prSet presAssocID="{FE487E7F-AD51-4C3B-B480-F032AF23075F}" presName="vert1" presStyleCnt="0"/>
      <dgm:spPr/>
    </dgm:pt>
  </dgm:ptLst>
  <dgm:cxnLst>
    <dgm:cxn modelId="{0D762201-80C9-46C6-8E62-9BA4766D18C6}" type="presOf" srcId="{3C8E3055-C98E-4CC5-B123-B48AA71D6D84}" destId="{E610F0F0-4242-49D8-8E43-12B6611F0441}" srcOrd="0" destOrd="0" presId="urn:microsoft.com/office/officeart/2008/layout/LinedList"/>
    <dgm:cxn modelId="{48518A08-D679-4AE6-9D11-9E37264765DB}" srcId="{45A0C0A3-F86A-4C4D-B973-D3F5592CE73F}" destId="{C856C182-C304-4B39-B264-1BE425154C15}" srcOrd="6" destOrd="0" parTransId="{D37BBA7D-5DCC-4887-9266-7B07CD97015B}" sibTransId="{D8064FF1-9841-432E-AC6E-1AC7DE1F926F}"/>
    <dgm:cxn modelId="{73DE2A0E-25D5-44A2-8B89-6017DD5AEDC9}" srcId="{45A0C0A3-F86A-4C4D-B973-D3F5592CE73F}" destId="{3C8E3055-C98E-4CC5-B123-B48AA71D6D84}" srcOrd="8" destOrd="0" parTransId="{17EA7EF1-0D42-4D94-AF61-C31A9B9DE859}" sibTransId="{1015A90D-2241-4E0A-B99D-11720780B2D0}"/>
    <dgm:cxn modelId="{44CD5A11-3811-4583-B228-AD5BAA9A28BF}" type="presOf" srcId="{546F58C2-2F88-4813-ACD5-B77592BA8B4D}" destId="{020BD871-42B4-40C2-B050-449B6DB93675}" srcOrd="0" destOrd="0" presId="urn:microsoft.com/office/officeart/2008/layout/LinedList"/>
    <dgm:cxn modelId="{DC156E1E-31F1-4021-A690-25CD70D1277E}" type="presOf" srcId="{45A0C0A3-F86A-4C4D-B973-D3F5592CE73F}" destId="{15E83F2C-250C-4743-AC49-8CEB1B9A9888}" srcOrd="0" destOrd="0" presId="urn:microsoft.com/office/officeart/2008/layout/LinedList"/>
    <dgm:cxn modelId="{D23DE92B-4337-4729-9EE7-6A4903FDB9B3}" type="presOf" srcId="{BEC2B34C-15DB-464F-8EA2-F7F91811DE19}" destId="{40B3B9EE-5451-4F3B-A6F4-6167C069613E}" srcOrd="0" destOrd="0" presId="urn:microsoft.com/office/officeart/2008/layout/LinedList"/>
    <dgm:cxn modelId="{6E69263B-F861-4600-A8FD-67F3B5F4AAEE}" type="presOf" srcId="{367581AC-D5E0-40E0-893A-473B760917A8}" destId="{84554001-FB54-4AE1-A188-5115EFCC515A}" srcOrd="0" destOrd="0" presId="urn:microsoft.com/office/officeart/2008/layout/LinedList"/>
    <dgm:cxn modelId="{4BF75649-C337-440C-8D4D-9E366DCBBF77}" srcId="{45A0C0A3-F86A-4C4D-B973-D3F5592CE73F}" destId="{BEC2B34C-15DB-464F-8EA2-F7F91811DE19}" srcOrd="7" destOrd="0" parTransId="{ACA9A8E6-396F-4E09-B7F3-964EF2460F66}" sibTransId="{9AE1192F-EEB2-48C9-980C-83BB4E959890}"/>
    <dgm:cxn modelId="{5DCDD96F-381A-4F6E-89B2-D55A2D87731E}" type="presOf" srcId="{FBA971C1-164D-4304-8D20-35ADB718CD19}" destId="{31188917-C90C-465A-99C6-6196962ABACE}" srcOrd="0" destOrd="0" presId="urn:microsoft.com/office/officeart/2008/layout/LinedList"/>
    <dgm:cxn modelId="{1C1D4472-762C-44A2-80EB-EF9A2B8CFC24}" srcId="{45A0C0A3-F86A-4C4D-B973-D3F5592CE73F}" destId="{FBA971C1-164D-4304-8D20-35ADB718CD19}" srcOrd="3" destOrd="0" parTransId="{86C78A08-03B9-4554-A5BF-59999517DC8F}" sibTransId="{76740C6D-4214-48EB-97F6-A0328E711E25}"/>
    <dgm:cxn modelId="{23C68855-258C-4CBE-A436-2B31EE4CC762}" srcId="{45A0C0A3-F86A-4C4D-B973-D3F5592CE73F}" destId="{546F58C2-2F88-4813-ACD5-B77592BA8B4D}" srcOrd="4" destOrd="0" parTransId="{6B3716B0-78CA-43DF-9E91-3A36FA894DA7}" sibTransId="{74C92E91-537C-4C5F-9CD7-CAD5BDFE66A3}"/>
    <dgm:cxn modelId="{3FDFF259-9EAB-40F8-B0B4-5D0833D63EDC}" type="presOf" srcId="{FE487E7F-AD51-4C3B-B480-F032AF23075F}" destId="{E78E6303-767F-4769-B69D-7844FB3C36CF}" srcOrd="0" destOrd="0" presId="urn:microsoft.com/office/officeart/2008/layout/LinedList"/>
    <dgm:cxn modelId="{B6DE9D8D-2650-4760-BB2C-A6EF9FB32200}" srcId="{45A0C0A3-F86A-4C4D-B973-D3F5592CE73F}" destId="{FE487E7F-AD51-4C3B-B480-F032AF23075F}" srcOrd="9" destOrd="0" parTransId="{A7394FD3-571B-4F97-9E32-5CBCCF464B0D}" sibTransId="{EE892936-5670-4416-A283-E89500FB9AC2}"/>
    <dgm:cxn modelId="{6C21F39A-E8DD-4A9F-8EB7-FDC9196799FE}" srcId="{45A0C0A3-F86A-4C4D-B973-D3F5592CE73F}" destId="{367581AC-D5E0-40E0-893A-473B760917A8}" srcOrd="5" destOrd="0" parTransId="{1950F2F8-DD2A-4115-A04C-079F7DFFDEFF}" sibTransId="{F408F19C-7514-4A56-9C7F-E519EF0E60B8}"/>
    <dgm:cxn modelId="{539BBE9D-BEA2-461D-B8EE-A5EC9408D513}" type="presOf" srcId="{9A7C4D54-3BAA-4BF2-97EA-52C1EC4141A0}" destId="{00E4529D-4A48-4EC9-B67C-27D64E29080F}" srcOrd="0" destOrd="0" presId="urn:microsoft.com/office/officeart/2008/layout/LinedList"/>
    <dgm:cxn modelId="{CF4C41A8-5219-4B60-8F63-05E36F145B2C}" srcId="{45A0C0A3-F86A-4C4D-B973-D3F5592CE73F}" destId="{9A7C4D54-3BAA-4BF2-97EA-52C1EC4141A0}" srcOrd="0" destOrd="0" parTransId="{048A3A37-8350-4C8D-AE97-962DA9FAFE5C}" sibTransId="{E8E7A5E4-0D2F-4CD8-A63F-64F67B4070F4}"/>
    <dgm:cxn modelId="{9722D3B8-490D-4133-A886-5C46FEC726C6}" srcId="{45A0C0A3-F86A-4C4D-B973-D3F5592CE73F}" destId="{7B09A660-FF13-4565-99BD-7CEC2526EF95}" srcOrd="2" destOrd="0" parTransId="{DAF1E3A8-8318-4BD9-87E0-1BFC914422CF}" sibTransId="{685E13C6-3BF0-47D7-B54B-E387B7EFF772}"/>
    <dgm:cxn modelId="{EB9D65C7-4B17-4C01-A756-8405F669ED78}" type="presOf" srcId="{C856C182-C304-4B39-B264-1BE425154C15}" destId="{9AEF854A-48B0-42E4-AFD2-812E3C95FF17}" srcOrd="0" destOrd="0" presId="urn:microsoft.com/office/officeart/2008/layout/LinedList"/>
    <dgm:cxn modelId="{ABA2F4D8-C1F8-4F77-83E8-B3849DD00E73}" type="presOf" srcId="{7B09A660-FF13-4565-99BD-7CEC2526EF95}" destId="{FBF602E8-2A94-4A35-B81C-AA526A870051}" srcOrd="0" destOrd="0" presId="urn:microsoft.com/office/officeart/2008/layout/LinedList"/>
    <dgm:cxn modelId="{460A9CE3-3538-4592-BBD7-44B6C18B36AC}" type="presOf" srcId="{137323B9-8039-46EB-989C-621CA40281CB}" destId="{25924A50-7223-422C-AD5E-7EEA6F946A16}" srcOrd="0" destOrd="0" presId="urn:microsoft.com/office/officeart/2008/layout/LinedList"/>
    <dgm:cxn modelId="{4BF463EA-8511-40BE-85B9-94B1424FA0E1}" srcId="{45A0C0A3-F86A-4C4D-B973-D3F5592CE73F}" destId="{137323B9-8039-46EB-989C-621CA40281CB}" srcOrd="1" destOrd="0" parTransId="{3F551900-683B-4C89-87AF-3D4565FDDE25}" sibTransId="{7081870D-E6E6-4E71-B633-EE93C52BB598}"/>
    <dgm:cxn modelId="{A07C7FA1-3250-4455-A0D3-0543D673E797}" type="presParOf" srcId="{15E83F2C-250C-4743-AC49-8CEB1B9A9888}" destId="{C1D3758A-959D-45A8-9229-696434602809}" srcOrd="0" destOrd="0" presId="urn:microsoft.com/office/officeart/2008/layout/LinedList"/>
    <dgm:cxn modelId="{D0C6AE56-498D-4766-AB21-D63AAB27EBF8}" type="presParOf" srcId="{15E83F2C-250C-4743-AC49-8CEB1B9A9888}" destId="{10549F8E-4E43-47FF-8348-6443E1A4B9BB}" srcOrd="1" destOrd="0" presId="urn:microsoft.com/office/officeart/2008/layout/LinedList"/>
    <dgm:cxn modelId="{BB7F30CD-8761-45CE-82E0-2B6CB8231A81}" type="presParOf" srcId="{10549F8E-4E43-47FF-8348-6443E1A4B9BB}" destId="{00E4529D-4A48-4EC9-B67C-27D64E29080F}" srcOrd="0" destOrd="0" presId="urn:microsoft.com/office/officeart/2008/layout/LinedList"/>
    <dgm:cxn modelId="{559E04DF-036C-4F23-A9DF-A7DD1287E01C}" type="presParOf" srcId="{10549F8E-4E43-47FF-8348-6443E1A4B9BB}" destId="{D0C5A452-56A8-4991-910C-617F2A90DF4F}" srcOrd="1" destOrd="0" presId="urn:microsoft.com/office/officeart/2008/layout/LinedList"/>
    <dgm:cxn modelId="{2DC10BD2-5607-4550-9609-D1F30702CF13}" type="presParOf" srcId="{15E83F2C-250C-4743-AC49-8CEB1B9A9888}" destId="{CA0BD497-56C6-4D5E-8754-ABA480719FE1}" srcOrd="2" destOrd="0" presId="urn:microsoft.com/office/officeart/2008/layout/LinedList"/>
    <dgm:cxn modelId="{E88EEEA4-10CC-4D8C-9318-9180F9656F04}" type="presParOf" srcId="{15E83F2C-250C-4743-AC49-8CEB1B9A9888}" destId="{2C49EC16-A8B9-4E32-A92D-78314E5B4F1D}" srcOrd="3" destOrd="0" presId="urn:microsoft.com/office/officeart/2008/layout/LinedList"/>
    <dgm:cxn modelId="{6189E69D-228D-4C8C-8BC0-7AEC971D8EE6}" type="presParOf" srcId="{2C49EC16-A8B9-4E32-A92D-78314E5B4F1D}" destId="{25924A50-7223-422C-AD5E-7EEA6F946A16}" srcOrd="0" destOrd="0" presId="urn:microsoft.com/office/officeart/2008/layout/LinedList"/>
    <dgm:cxn modelId="{AA28E24D-4E65-44AF-8471-ACCD94C45012}" type="presParOf" srcId="{2C49EC16-A8B9-4E32-A92D-78314E5B4F1D}" destId="{580E6B80-6637-498A-A003-6A61649865C7}" srcOrd="1" destOrd="0" presId="urn:microsoft.com/office/officeart/2008/layout/LinedList"/>
    <dgm:cxn modelId="{C0CCAB84-F5E8-4F4D-8C1E-2DE81D2CBBE7}" type="presParOf" srcId="{15E83F2C-250C-4743-AC49-8CEB1B9A9888}" destId="{16792F68-E86C-488D-AF82-D529AE644D42}" srcOrd="4" destOrd="0" presId="urn:microsoft.com/office/officeart/2008/layout/LinedList"/>
    <dgm:cxn modelId="{8407C4D3-DCCE-4D4A-99CC-8CE669096EDC}" type="presParOf" srcId="{15E83F2C-250C-4743-AC49-8CEB1B9A9888}" destId="{A06F5166-B7FA-4B99-B139-63548FDF1789}" srcOrd="5" destOrd="0" presId="urn:microsoft.com/office/officeart/2008/layout/LinedList"/>
    <dgm:cxn modelId="{F6CF20BD-129D-400F-9E58-8A586A5A504A}" type="presParOf" srcId="{A06F5166-B7FA-4B99-B139-63548FDF1789}" destId="{FBF602E8-2A94-4A35-B81C-AA526A870051}" srcOrd="0" destOrd="0" presId="urn:microsoft.com/office/officeart/2008/layout/LinedList"/>
    <dgm:cxn modelId="{516A5290-B93A-4587-9843-365AE586434E}" type="presParOf" srcId="{A06F5166-B7FA-4B99-B139-63548FDF1789}" destId="{A774F1D9-C8C7-45F3-BF83-5470056373A8}" srcOrd="1" destOrd="0" presId="urn:microsoft.com/office/officeart/2008/layout/LinedList"/>
    <dgm:cxn modelId="{9E8669C1-4A62-4142-B7DF-7AFB5DA42AFF}" type="presParOf" srcId="{15E83F2C-250C-4743-AC49-8CEB1B9A9888}" destId="{39EC71FE-8BEE-49F1-9D5E-861103FBEF20}" srcOrd="6" destOrd="0" presId="urn:microsoft.com/office/officeart/2008/layout/LinedList"/>
    <dgm:cxn modelId="{949F37F7-A5E1-434C-B035-FF4698454E4A}" type="presParOf" srcId="{15E83F2C-250C-4743-AC49-8CEB1B9A9888}" destId="{B4CF6D00-318E-4A20-9641-8E0357280886}" srcOrd="7" destOrd="0" presId="urn:microsoft.com/office/officeart/2008/layout/LinedList"/>
    <dgm:cxn modelId="{F65E9E9E-3C31-422F-91C8-D70A3E54CA8F}" type="presParOf" srcId="{B4CF6D00-318E-4A20-9641-8E0357280886}" destId="{31188917-C90C-465A-99C6-6196962ABACE}" srcOrd="0" destOrd="0" presId="urn:microsoft.com/office/officeart/2008/layout/LinedList"/>
    <dgm:cxn modelId="{E47A6326-DC74-449A-AE13-92A0ADE2A34B}" type="presParOf" srcId="{B4CF6D00-318E-4A20-9641-8E0357280886}" destId="{D5423E07-CD90-45AD-8631-B317F71CCA2D}" srcOrd="1" destOrd="0" presId="urn:microsoft.com/office/officeart/2008/layout/LinedList"/>
    <dgm:cxn modelId="{7E33F060-DCCC-40F4-9CDB-600C7A5423BE}" type="presParOf" srcId="{15E83F2C-250C-4743-AC49-8CEB1B9A9888}" destId="{6D2A991E-EB91-452F-9BE4-301E5CA9562D}" srcOrd="8" destOrd="0" presId="urn:microsoft.com/office/officeart/2008/layout/LinedList"/>
    <dgm:cxn modelId="{AC3F8AE5-93B6-47AE-ACB9-971748C1C3B1}" type="presParOf" srcId="{15E83F2C-250C-4743-AC49-8CEB1B9A9888}" destId="{70F0E420-D2C6-4A4D-ABCA-42CCD9EB2245}" srcOrd="9" destOrd="0" presId="urn:microsoft.com/office/officeart/2008/layout/LinedList"/>
    <dgm:cxn modelId="{51281508-063C-43DE-BE09-B78C6F3A1617}" type="presParOf" srcId="{70F0E420-D2C6-4A4D-ABCA-42CCD9EB2245}" destId="{020BD871-42B4-40C2-B050-449B6DB93675}" srcOrd="0" destOrd="0" presId="urn:microsoft.com/office/officeart/2008/layout/LinedList"/>
    <dgm:cxn modelId="{A92CC6C3-9C4D-42BF-AF23-CF859E18D5B0}" type="presParOf" srcId="{70F0E420-D2C6-4A4D-ABCA-42CCD9EB2245}" destId="{5F88C501-6F16-4804-9086-C3CC59AA8893}" srcOrd="1" destOrd="0" presId="urn:microsoft.com/office/officeart/2008/layout/LinedList"/>
    <dgm:cxn modelId="{5A91425F-0462-4A7F-B9E4-1CE6285BDF94}" type="presParOf" srcId="{15E83F2C-250C-4743-AC49-8CEB1B9A9888}" destId="{5787097B-5D33-4169-8C88-A5C28E265B62}" srcOrd="10" destOrd="0" presId="urn:microsoft.com/office/officeart/2008/layout/LinedList"/>
    <dgm:cxn modelId="{7797D37D-6D4D-4AE2-90C2-01EFF3C761C5}" type="presParOf" srcId="{15E83F2C-250C-4743-AC49-8CEB1B9A9888}" destId="{556505B0-9DB6-4E07-8AE5-CAF3CED984A5}" srcOrd="11" destOrd="0" presId="urn:microsoft.com/office/officeart/2008/layout/LinedList"/>
    <dgm:cxn modelId="{6E5E370C-8C68-4B10-84F3-5F3B7A5D33BB}" type="presParOf" srcId="{556505B0-9DB6-4E07-8AE5-CAF3CED984A5}" destId="{84554001-FB54-4AE1-A188-5115EFCC515A}" srcOrd="0" destOrd="0" presId="urn:microsoft.com/office/officeart/2008/layout/LinedList"/>
    <dgm:cxn modelId="{B1B58942-690D-4E67-A2AD-C84CD04961AA}" type="presParOf" srcId="{556505B0-9DB6-4E07-8AE5-CAF3CED984A5}" destId="{CDB77479-A195-4001-9FD8-97F0CBBC9EF9}" srcOrd="1" destOrd="0" presId="urn:microsoft.com/office/officeart/2008/layout/LinedList"/>
    <dgm:cxn modelId="{A6EB4C0D-ACC1-4E1D-B49B-779DDC932B6B}" type="presParOf" srcId="{15E83F2C-250C-4743-AC49-8CEB1B9A9888}" destId="{75A0CDBB-6DF0-460C-B138-EC0D565695F8}" srcOrd="12" destOrd="0" presId="urn:microsoft.com/office/officeart/2008/layout/LinedList"/>
    <dgm:cxn modelId="{22C31905-534D-4E1B-B1E9-435C780EE2D1}" type="presParOf" srcId="{15E83F2C-250C-4743-AC49-8CEB1B9A9888}" destId="{158B8C48-0753-4EEB-B883-282E9B4DBD36}" srcOrd="13" destOrd="0" presId="urn:microsoft.com/office/officeart/2008/layout/LinedList"/>
    <dgm:cxn modelId="{58031054-FF1F-4F8E-83ED-FC309A56B74C}" type="presParOf" srcId="{158B8C48-0753-4EEB-B883-282E9B4DBD36}" destId="{9AEF854A-48B0-42E4-AFD2-812E3C95FF17}" srcOrd="0" destOrd="0" presId="urn:microsoft.com/office/officeart/2008/layout/LinedList"/>
    <dgm:cxn modelId="{EA4FCAB9-6215-4786-A18D-9C3FDB9FCAD5}" type="presParOf" srcId="{158B8C48-0753-4EEB-B883-282E9B4DBD36}" destId="{74509D0C-E2F1-46E9-B0AE-70748DD32F20}" srcOrd="1" destOrd="0" presId="urn:microsoft.com/office/officeart/2008/layout/LinedList"/>
    <dgm:cxn modelId="{AE2FFDE4-5C88-4436-B6F4-5BB5C20EBBF7}" type="presParOf" srcId="{15E83F2C-250C-4743-AC49-8CEB1B9A9888}" destId="{E4E99809-86E5-4E5B-8AB1-5EBA63D10EE3}" srcOrd="14" destOrd="0" presId="urn:microsoft.com/office/officeart/2008/layout/LinedList"/>
    <dgm:cxn modelId="{B9A7D93C-AC08-48D4-8039-B6E014820B92}" type="presParOf" srcId="{15E83F2C-250C-4743-AC49-8CEB1B9A9888}" destId="{8CAC9D20-CB46-4C75-853A-78B9C35DE188}" srcOrd="15" destOrd="0" presId="urn:microsoft.com/office/officeart/2008/layout/LinedList"/>
    <dgm:cxn modelId="{EF02524B-14E1-4277-932D-ABB8D0455EC6}" type="presParOf" srcId="{8CAC9D20-CB46-4C75-853A-78B9C35DE188}" destId="{40B3B9EE-5451-4F3B-A6F4-6167C069613E}" srcOrd="0" destOrd="0" presId="urn:microsoft.com/office/officeart/2008/layout/LinedList"/>
    <dgm:cxn modelId="{EA4270FD-52F7-4EC9-8A31-ACD750BF8FEE}" type="presParOf" srcId="{8CAC9D20-CB46-4C75-853A-78B9C35DE188}" destId="{A6B81950-083D-47D3-8CA3-1EC54A6B04C5}" srcOrd="1" destOrd="0" presId="urn:microsoft.com/office/officeart/2008/layout/LinedList"/>
    <dgm:cxn modelId="{05B575E7-C82D-409A-9A4F-1ED51340D2AE}" type="presParOf" srcId="{15E83F2C-250C-4743-AC49-8CEB1B9A9888}" destId="{5790F15D-590B-4684-970B-D1AF926F745A}" srcOrd="16" destOrd="0" presId="urn:microsoft.com/office/officeart/2008/layout/LinedList"/>
    <dgm:cxn modelId="{934EE6D8-655B-4431-AFD0-2657FB2D4434}" type="presParOf" srcId="{15E83F2C-250C-4743-AC49-8CEB1B9A9888}" destId="{482E06FE-49E8-4E99-8C5E-3DB2C3F45354}" srcOrd="17" destOrd="0" presId="urn:microsoft.com/office/officeart/2008/layout/LinedList"/>
    <dgm:cxn modelId="{F1F57F7C-0518-471D-B39D-4A0D3FC389DE}" type="presParOf" srcId="{482E06FE-49E8-4E99-8C5E-3DB2C3F45354}" destId="{E610F0F0-4242-49D8-8E43-12B6611F0441}" srcOrd="0" destOrd="0" presId="urn:microsoft.com/office/officeart/2008/layout/LinedList"/>
    <dgm:cxn modelId="{2CE5CB0E-2C56-4882-BAE8-EBE2E5D4A119}" type="presParOf" srcId="{482E06FE-49E8-4E99-8C5E-3DB2C3F45354}" destId="{EA85CB30-4E44-41D3-894F-57D03BE00188}" srcOrd="1" destOrd="0" presId="urn:microsoft.com/office/officeart/2008/layout/LinedList"/>
    <dgm:cxn modelId="{95F60F32-BC3C-45C4-B317-17AFEF6D3742}" type="presParOf" srcId="{15E83F2C-250C-4743-AC49-8CEB1B9A9888}" destId="{0EE31882-AE0D-4ECA-8FD6-0D70FAF838D0}" srcOrd="18" destOrd="0" presId="urn:microsoft.com/office/officeart/2008/layout/LinedList"/>
    <dgm:cxn modelId="{1FC398A1-9EE2-4E15-89E6-26D92CFD54F9}" type="presParOf" srcId="{15E83F2C-250C-4743-AC49-8CEB1B9A9888}" destId="{38D8BF74-F266-4DA3-AEC2-D4BA6B24FDBB}" srcOrd="19" destOrd="0" presId="urn:microsoft.com/office/officeart/2008/layout/LinedList"/>
    <dgm:cxn modelId="{E5725DB5-E60F-437B-882A-88E3774B7DC4}" type="presParOf" srcId="{38D8BF74-F266-4DA3-AEC2-D4BA6B24FDBB}" destId="{E78E6303-767F-4769-B69D-7844FB3C36CF}" srcOrd="0" destOrd="0" presId="urn:microsoft.com/office/officeart/2008/layout/LinedList"/>
    <dgm:cxn modelId="{D600EF22-0675-409F-8051-726D8D523F18}" type="presParOf" srcId="{38D8BF74-F266-4DA3-AEC2-D4BA6B24FDBB}" destId="{224DBBE3-EB78-495B-9616-C83BA412399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453E7D1-FF8E-4E1D-B625-27E4C32DA41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FEB8D74-F68A-4C80-A164-E97FAA97CDCB}">
      <dgm:prSet custT="1"/>
      <dgm:spPr/>
      <dgm:t>
        <a:bodyPr/>
        <a:lstStyle/>
        <a:p>
          <a:pPr algn="ctr"/>
          <a:r>
            <a:rPr lang="ar-MA" sz="2800" b="1"/>
            <a:t>صفات القيادة النبوية:</a:t>
          </a:r>
          <a:endParaRPr lang="en-US" sz="2800" b="1"/>
        </a:p>
      </dgm:t>
    </dgm:pt>
    <dgm:pt modelId="{926B4EBD-C04D-415E-A436-FFA212EFEB34}" type="parTrans" cxnId="{BB4B351F-9D26-4AAD-9BA9-331C5D918A74}">
      <dgm:prSet/>
      <dgm:spPr/>
      <dgm:t>
        <a:bodyPr/>
        <a:lstStyle/>
        <a:p>
          <a:endParaRPr lang="en-US"/>
        </a:p>
      </dgm:t>
    </dgm:pt>
    <dgm:pt modelId="{18A01B57-6116-428B-8484-A96D2E545643}" type="sibTrans" cxnId="{BB4B351F-9D26-4AAD-9BA9-331C5D918A74}">
      <dgm:prSet/>
      <dgm:spPr/>
      <dgm:t>
        <a:bodyPr/>
        <a:lstStyle/>
        <a:p>
          <a:endParaRPr lang="en-US"/>
        </a:p>
      </dgm:t>
    </dgm:pt>
    <dgm:pt modelId="{F250FA7B-2CD7-4DFC-A9FF-E69D42A73301}">
      <dgm:prSet custT="1"/>
      <dgm:spPr/>
      <dgm:t>
        <a:bodyPr/>
        <a:lstStyle/>
        <a:p>
          <a:pPr algn="ctr"/>
          <a:r>
            <a:rPr lang="ar-MA" sz="2800" b="1"/>
            <a:t>القدوة العملية  كان النبي ﷺ في مقدمة الصفوف</a:t>
          </a:r>
          <a:endParaRPr lang="en-US" sz="2800" b="1"/>
        </a:p>
      </dgm:t>
    </dgm:pt>
    <dgm:pt modelId="{D0B158D6-1A7E-4FA0-816F-DBCC752A46E9}" type="parTrans" cxnId="{A68ABEAD-CBB9-46A1-B50C-9718F16A2251}">
      <dgm:prSet/>
      <dgm:spPr/>
      <dgm:t>
        <a:bodyPr/>
        <a:lstStyle/>
        <a:p>
          <a:endParaRPr lang="en-US"/>
        </a:p>
      </dgm:t>
    </dgm:pt>
    <dgm:pt modelId="{999CB6BC-A8BB-42C9-8451-DC548818A892}" type="sibTrans" cxnId="{A68ABEAD-CBB9-46A1-B50C-9718F16A2251}">
      <dgm:prSet/>
      <dgm:spPr/>
      <dgm:t>
        <a:bodyPr/>
        <a:lstStyle/>
        <a:p>
          <a:endParaRPr lang="en-US"/>
        </a:p>
      </dgm:t>
    </dgm:pt>
    <dgm:pt modelId="{6805FB6D-2487-4572-8603-3AABFF6BA339}">
      <dgm:prSet custT="1"/>
      <dgm:spPr/>
      <dgm:t>
        <a:bodyPr/>
        <a:lstStyle/>
        <a:p>
          <a:pPr algn="ctr"/>
          <a:r>
            <a:rPr lang="ar-MA" sz="2800" b="1"/>
            <a:t>التحفيز المعنوي  "قوموا إلى جنة عرضها السماوات والأرض"</a:t>
          </a:r>
          <a:endParaRPr lang="en-US" sz="2800" b="1"/>
        </a:p>
      </dgm:t>
    </dgm:pt>
    <dgm:pt modelId="{9843433D-B648-4A36-BA75-FD5833EF6AD6}" type="parTrans" cxnId="{C0002C6D-B1AB-4036-A0B6-BB06B6414F1D}">
      <dgm:prSet/>
      <dgm:spPr/>
      <dgm:t>
        <a:bodyPr/>
        <a:lstStyle/>
        <a:p>
          <a:endParaRPr lang="en-US"/>
        </a:p>
      </dgm:t>
    </dgm:pt>
    <dgm:pt modelId="{58CB7841-6A3C-495A-9304-412119FAE753}" type="sibTrans" cxnId="{C0002C6D-B1AB-4036-A0B6-BB06B6414F1D}">
      <dgm:prSet/>
      <dgm:spPr/>
      <dgm:t>
        <a:bodyPr/>
        <a:lstStyle/>
        <a:p>
          <a:endParaRPr lang="en-US"/>
        </a:p>
      </dgm:t>
    </dgm:pt>
    <dgm:pt modelId="{FFF70892-9EE3-4052-B4FF-3580724DB9A2}">
      <dgm:prSet custT="1"/>
      <dgm:spPr/>
      <dgm:t>
        <a:bodyPr/>
        <a:lstStyle/>
        <a:p>
          <a:pPr algn="ctr"/>
          <a:r>
            <a:rPr lang="ar-MA" sz="2800" b="1" dirty="0"/>
            <a:t>الالتجاء إلى الله  دعاؤه المستمر حتى سقط رداؤه</a:t>
          </a:r>
          <a:endParaRPr lang="en-US" sz="2800" b="1" dirty="0"/>
        </a:p>
      </dgm:t>
    </dgm:pt>
    <dgm:pt modelId="{8F4F5475-7D3E-4CFD-8BB4-E194CC61D5BC}" type="parTrans" cxnId="{6893BC68-C757-4E32-9340-BD025E57F799}">
      <dgm:prSet/>
      <dgm:spPr/>
      <dgm:t>
        <a:bodyPr/>
        <a:lstStyle/>
        <a:p>
          <a:endParaRPr lang="en-US"/>
        </a:p>
      </dgm:t>
    </dgm:pt>
    <dgm:pt modelId="{6C6A00F7-60D9-42F3-AC23-146F7FDE6BD9}" type="sibTrans" cxnId="{6893BC68-C757-4E32-9340-BD025E57F799}">
      <dgm:prSet/>
      <dgm:spPr/>
      <dgm:t>
        <a:bodyPr/>
        <a:lstStyle/>
        <a:p>
          <a:endParaRPr lang="en-US"/>
        </a:p>
      </dgm:t>
    </dgm:pt>
    <dgm:pt modelId="{0FD67C5D-5AC4-478B-BDC0-EC0023543C12}">
      <dgm:prSet custT="1"/>
      <dgm:spPr/>
      <dgm:t>
        <a:bodyPr/>
        <a:lstStyle/>
        <a:p>
          <a:pPr algn="ctr"/>
          <a:r>
            <a:rPr lang="ar-MA" sz="2800" b="1"/>
            <a:t>القرارات القيادية:</a:t>
          </a:r>
          <a:endParaRPr lang="en-US" sz="2800" b="1"/>
        </a:p>
      </dgm:t>
    </dgm:pt>
    <dgm:pt modelId="{478F2C85-D7C6-4EE4-AFA4-09BF11B14B77}" type="parTrans" cxnId="{A73724D0-5545-4CEB-B6FC-11FDDDFC3088}">
      <dgm:prSet/>
      <dgm:spPr/>
      <dgm:t>
        <a:bodyPr/>
        <a:lstStyle/>
        <a:p>
          <a:endParaRPr lang="en-US"/>
        </a:p>
      </dgm:t>
    </dgm:pt>
    <dgm:pt modelId="{2E2EA004-0768-4113-9550-AAFC42CD2447}" type="sibTrans" cxnId="{A73724D0-5545-4CEB-B6FC-11FDDDFC3088}">
      <dgm:prSet/>
      <dgm:spPr/>
      <dgm:t>
        <a:bodyPr/>
        <a:lstStyle/>
        <a:p>
          <a:endParaRPr lang="en-US"/>
        </a:p>
      </dgm:t>
    </dgm:pt>
    <dgm:pt modelId="{B870F168-DB35-4D48-9A5A-AEB61ADF5709}">
      <dgm:prSet custT="1"/>
      <dgm:spPr/>
      <dgm:t>
        <a:bodyPr/>
        <a:lstStyle/>
        <a:p>
          <a:pPr algn="ctr"/>
          <a:r>
            <a:rPr lang="ar-MA" sz="2800" b="1"/>
            <a:t>توزيع المهام حسب الكفاءات</a:t>
          </a:r>
          <a:endParaRPr lang="en-US" sz="2800" b="1"/>
        </a:p>
      </dgm:t>
    </dgm:pt>
    <dgm:pt modelId="{92DBCC23-E737-4FAC-978B-28DFF0C6A7E2}" type="parTrans" cxnId="{44D21A30-8207-48C2-BB6F-4BA01C141D89}">
      <dgm:prSet/>
      <dgm:spPr/>
      <dgm:t>
        <a:bodyPr/>
        <a:lstStyle/>
        <a:p>
          <a:endParaRPr lang="en-US"/>
        </a:p>
      </dgm:t>
    </dgm:pt>
    <dgm:pt modelId="{A13DB0F6-31FB-4BB1-9606-E0E66B076026}" type="sibTrans" cxnId="{44D21A30-8207-48C2-BB6F-4BA01C141D89}">
      <dgm:prSet/>
      <dgm:spPr/>
      <dgm:t>
        <a:bodyPr/>
        <a:lstStyle/>
        <a:p>
          <a:endParaRPr lang="en-US"/>
        </a:p>
      </dgm:t>
    </dgm:pt>
    <dgm:pt modelId="{0E09241D-07B0-4FDB-A8DE-7C306931012E}">
      <dgm:prSet custT="1"/>
      <dgm:spPr/>
      <dgm:t>
        <a:bodyPr/>
        <a:lstStyle/>
        <a:p>
          <a:pPr algn="ctr"/>
          <a:r>
            <a:rPr lang="ar-MA" sz="2800" b="1"/>
            <a:t>المرونة في تعديل الخطط</a:t>
          </a:r>
          <a:endParaRPr lang="en-US" sz="2800" b="1"/>
        </a:p>
      </dgm:t>
    </dgm:pt>
    <dgm:pt modelId="{BF961235-B13A-4514-8BBE-B40D283F7156}" type="parTrans" cxnId="{0F158968-5291-4F04-94A6-DF0E2D6C7DA8}">
      <dgm:prSet/>
      <dgm:spPr/>
      <dgm:t>
        <a:bodyPr/>
        <a:lstStyle/>
        <a:p>
          <a:endParaRPr lang="en-US"/>
        </a:p>
      </dgm:t>
    </dgm:pt>
    <dgm:pt modelId="{4795EC46-8F86-46C1-A1E3-4B7B6670B35F}" type="sibTrans" cxnId="{0F158968-5291-4F04-94A6-DF0E2D6C7DA8}">
      <dgm:prSet/>
      <dgm:spPr/>
      <dgm:t>
        <a:bodyPr/>
        <a:lstStyle/>
        <a:p>
          <a:endParaRPr lang="en-US"/>
        </a:p>
      </dgm:t>
    </dgm:pt>
    <dgm:pt modelId="{07052B3C-F1E4-4C69-AE99-E0AB279E0BF2}">
      <dgm:prSet custT="1"/>
      <dgm:spPr/>
      <dgm:t>
        <a:bodyPr/>
        <a:lstStyle/>
        <a:p>
          <a:pPr algn="ctr"/>
          <a:r>
            <a:rPr lang="ar-MA" sz="2800" b="1" dirty="0"/>
            <a:t>التوازن بين الحزم والرحمة</a:t>
          </a:r>
          <a:endParaRPr lang="en-US" sz="2800" b="1" dirty="0"/>
        </a:p>
      </dgm:t>
    </dgm:pt>
    <dgm:pt modelId="{F5238CD4-B3DD-4DDD-A83A-F51022F9C03C}" type="parTrans" cxnId="{75ACC1EA-3273-4B56-B79A-9FDEDDC1318F}">
      <dgm:prSet/>
      <dgm:spPr/>
      <dgm:t>
        <a:bodyPr/>
        <a:lstStyle/>
        <a:p>
          <a:endParaRPr lang="en-US"/>
        </a:p>
      </dgm:t>
    </dgm:pt>
    <dgm:pt modelId="{EA80E554-F32B-4427-9C7B-5DA94F60C84B}" type="sibTrans" cxnId="{75ACC1EA-3273-4B56-B79A-9FDEDDC1318F}">
      <dgm:prSet/>
      <dgm:spPr/>
      <dgm:t>
        <a:bodyPr/>
        <a:lstStyle/>
        <a:p>
          <a:endParaRPr lang="en-US"/>
        </a:p>
      </dgm:t>
    </dgm:pt>
    <dgm:pt modelId="{11DCA86C-BA94-45D8-B65D-FCAE4B06176F}" type="pres">
      <dgm:prSet presAssocID="{C453E7D1-FF8E-4E1D-B625-27E4C32DA41A}" presName="linear" presStyleCnt="0">
        <dgm:presLayoutVars>
          <dgm:animLvl val="lvl"/>
          <dgm:resizeHandles val="exact"/>
        </dgm:presLayoutVars>
      </dgm:prSet>
      <dgm:spPr/>
    </dgm:pt>
    <dgm:pt modelId="{DFEBC476-B202-4205-B8FB-13AE4C5E288F}" type="pres">
      <dgm:prSet presAssocID="{CFEB8D74-F68A-4C80-A164-E97FAA97CDCB}" presName="parentText" presStyleLbl="node1" presStyleIdx="0" presStyleCnt="8">
        <dgm:presLayoutVars>
          <dgm:chMax val="0"/>
          <dgm:bulletEnabled val="1"/>
        </dgm:presLayoutVars>
      </dgm:prSet>
      <dgm:spPr/>
    </dgm:pt>
    <dgm:pt modelId="{63C10792-59DC-49D5-9957-D4C7A814960B}" type="pres">
      <dgm:prSet presAssocID="{18A01B57-6116-428B-8484-A96D2E545643}" presName="spacer" presStyleCnt="0"/>
      <dgm:spPr/>
    </dgm:pt>
    <dgm:pt modelId="{74F28CC2-4FAF-4587-A111-DDBAD64CD752}" type="pres">
      <dgm:prSet presAssocID="{F250FA7B-2CD7-4DFC-A9FF-E69D42A73301}" presName="parentText" presStyleLbl="node1" presStyleIdx="1" presStyleCnt="8">
        <dgm:presLayoutVars>
          <dgm:chMax val="0"/>
          <dgm:bulletEnabled val="1"/>
        </dgm:presLayoutVars>
      </dgm:prSet>
      <dgm:spPr/>
    </dgm:pt>
    <dgm:pt modelId="{F9F63190-CFA4-4A5B-93C6-DE221F65B1AB}" type="pres">
      <dgm:prSet presAssocID="{999CB6BC-A8BB-42C9-8451-DC548818A892}" presName="spacer" presStyleCnt="0"/>
      <dgm:spPr/>
    </dgm:pt>
    <dgm:pt modelId="{D9C90399-9960-4C77-B950-3A41BC0673AE}" type="pres">
      <dgm:prSet presAssocID="{6805FB6D-2487-4572-8603-3AABFF6BA339}" presName="parentText" presStyleLbl="node1" presStyleIdx="2" presStyleCnt="8">
        <dgm:presLayoutVars>
          <dgm:chMax val="0"/>
          <dgm:bulletEnabled val="1"/>
        </dgm:presLayoutVars>
      </dgm:prSet>
      <dgm:spPr/>
    </dgm:pt>
    <dgm:pt modelId="{5F203FAA-7437-44B3-AE96-05CA425A0200}" type="pres">
      <dgm:prSet presAssocID="{58CB7841-6A3C-495A-9304-412119FAE753}" presName="spacer" presStyleCnt="0"/>
      <dgm:spPr/>
    </dgm:pt>
    <dgm:pt modelId="{0BCF5A87-A869-48A5-9A37-09F7D6BC0E1A}" type="pres">
      <dgm:prSet presAssocID="{FFF70892-9EE3-4052-B4FF-3580724DB9A2}" presName="parentText" presStyleLbl="node1" presStyleIdx="3" presStyleCnt="8">
        <dgm:presLayoutVars>
          <dgm:chMax val="0"/>
          <dgm:bulletEnabled val="1"/>
        </dgm:presLayoutVars>
      </dgm:prSet>
      <dgm:spPr/>
    </dgm:pt>
    <dgm:pt modelId="{62718B09-A234-44C1-BE8B-8ACA8F8A348E}" type="pres">
      <dgm:prSet presAssocID="{6C6A00F7-60D9-42F3-AC23-146F7FDE6BD9}" presName="spacer" presStyleCnt="0"/>
      <dgm:spPr/>
    </dgm:pt>
    <dgm:pt modelId="{71F9386B-5E0E-4952-AB71-E7A5EB369E56}" type="pres">
      <dgm:prSet presAssocID="{0FD67C5D-5AC4-478B-BDC0-EC0023543C12}" presName="parentText" presStyleLbl="node1" presStyleIdx="4" presStyleCnt="8">
        <dgm:presLayoutVars>
          <dgm:chMax val="0"/>
          <dgm:bulletEnabled val="1"/>
        </dgm:presLayoutVars>
      </dgm:prSet>
      <dgm:spPr/>
    </dgm:pt>
    <dgm:pt modelId="{2C9943C2-3437-430F-A603-F06210C6B3E7}" type="pres">
      <dgm:prSet presAssocID="{2E2EA004-0768-4113-9550-AAFC42CD2447}" presName="spacer" presStyleCnt="0"/>
      <dgm:spPr/>
    </dgm:pt>
    <dgm:pt modelId="{0B9CAD58-A29C-48E4-9C03-67BAADAF9895}" type="pres">
      <dgm:prSet presAssocID="{B870F168-DB35-4D48-9A5A-AEB61ADF5709}" presName="parentText" presStyleLbl="node1" presStyleIdx="5" presStyleCnt="8">
        <dgm:presLayoutVars>
          <dgm:chMax val="0"/>
          <dgm:bulletEnabled val="1"/>
        </dgm:presLayoutVars>
      </dgm:prSet>
      <dgm:spPr/>
    </dgm:pt>
    <dgm:pt modelId="{4185E0E7-8A67-4F87-AB9B-342068E1B5E8}" type="pres">
      <dgm:prSet presAssocID="{A13DB0F6-31FB-4BB1-9606-E0E66B076026}" presName="spacer" presStyleCnt="0"/>
      <dgm:spPr/>
    </dgm:pt>
    <dgm:pt modelId="{A7728572-E89E-4EB2-8AA9-5B6E9A088682}" type="pres">
      <dgm:prSet presAssocID="{0E09241D-07B0-4FDB-A8DE-7C306931012E}" presName="parentText" presStyleLbl="node1" presStyleIdx="6" presStyleCnt="8">
        <dgm:presLayoutVars>
          <dgm:chMax val="0"/>
          <dgm:bulletEnabled val="1"/>
        </dgm:presLayoutVars>
      </dgm:prSet>
      <dgm:spPr/>
    </dgm:pt>
    <dgm:pt modelId="{01111531-2520-4BB4-93C9-25D4084DA470}" type="pres">
      <dgm:prSet presAssocID="{4795EC46-8F86-46C1-A1E3-4B7B6670B35F}" presName="spacer" presStyleCnt="0"/>
      <dgm:spPr/>
    </dgm:pt>
    <dgm:pt modelId="{4E24B69D-8624-49C7-9827-DA56DB1B3560}" type="pres">
      <dgm:prSet presAssocID="{07052B3C-F1E4-4C69-AE99-E0AB279E0BF2}" presName="parentText" presStyleLbl="node1" presStyleIdx="7" presStyleCnt="8">
        <dgm:presLayoutVars>
          <dgm:chMax val="0"/>
          <dgm:bulletEnabled val="1"/>
        </dgm:presLayoutVars>
      </dgm:prSet>
      <dgm:spPr/>
    </dgm:pt>
  </dgm:ptLst>
  <dgm:cxnLst>
    <dgm:cxn modelId="{E4F77D0C-E671-4B05-942E-4C74DC555251}" type="presOf" srcId="{F250FA7B-2CD7-4DFC-A9FF-E69D42A73301}" destId="{74F28CC2-4FAF-4587-A111-DDBAD64CD752}" srcOrd="0" destOrd="0" presId="urn:microsoft.com/office/officeart/2005/8/layout/vList2"/>
    <dgm:cxn modelId="{D3A66814-DE38-4A59-A64E-6995306C7DE0}" type="presOf" srcId="{FFF70892-9EE3-4052-B4FF-3580724DB9A2}" destId="{0BCF5A87-A869-48A5-9A37-09F7D6BC0E1A}" srcOrd="0" destOrd="0" presId="urn:microsoft.com/office/officeart/2005/8/layout/vList2"/>
    <dgm:cxn modelId="{1C9CEF1D-AC31-4D19-A0C9-250E5C8D2402}" type="presOf" srcId="{07052B3C-F1E4-4C69-AE99-E0AB279E0BF2}" destId="{4E24B69D-8624-49C7-9827-DA56DB1B3560}" srcOrd="0" destOrd="0" presId="urn:microsoft.com/office/officeart/2005/8/layout/vList2"/>
    <dgm:cxn modelId="{BB4B351F-9D26-4AAD-9BA9-331C5D918A74}" srcId="{C453E7D1-FF8E-4E1D-B625-27E4C32DA41A}" destId="{CFEB8D74-F68A-4C80-A164-E97FAA97CDCB}" srcOrd="0" destOrd="0" parTransId="{926B4EBD-C04D-415E-A436-FFA212EFEB34}" sibTransId="{18A01B57-6116-428B-8484-A96D2E545643}"/>
    <dgm:cxn modelId="{F5733724-D707-43BC-95DF-8E04C5619039}" type="presOf" srcId="{CFEB8D74-F68A-4C80-A164-E97FAA97CDCB}" destId="{DFEBC476-B202-4205-B8FB-13AE4C5E288F}" srcOrd="0" destOrd="0" presId="urn:microsoft.com/office/officeart/2005/8/layout/vList2"/>
    <dgm:cxn modelId="{37D22E25-49D4-4DDA-A53F-38DD8B26DCA3}" type="presOf" srcId="{B870F168-DB35-4D48-9A5A-AEB61ADF5709}" destId="{0B9CAD58-A29C-48E4-9C03-67BAADAF9895}" srcOrd="0" destOrd="0" presId="urn:microsoft.com/office/officeart/2005/8/layout/vList2"/>
    <dgm:cxn modelId="{44D21A30-8207-48C2-BB6F-4BA01C141D89}" srcId="{C453E7D1-FF8E-4E1D-B625-27E4C32DA41A}" destId="{B870F168-DB35-4D48-9A5A-AEB61ADF5709}" srcOrd="5" destOrd="0" parTransId="{92DBCC23-E737-4FAC-978B-28DFF0C6A7E2}" sibTransId="{A13DB0F6-31FB-4BB1-9606-E0E66B076026}"/>
    <dgm:cxn modelId="{0F158968-5291-4F04-94A6-DF0E2D6C7DA8}" srcId="{C453E7D1-FF8E-4E1D-B625-27E4C32DA41A}" destId="{0E09241D-07B0-4FDB-A8DE-7C306931012E}" srcOrd="6" destOrd="0" parTransId="{BF961235-B13A-4514-8BBE-B40D283F7156}" sibTransId="{4795EC46-8F86-46C1-A1E3-4B7B6670B35F}"/>
    <dgm:cxn modelId="{6893BC68-C757-4E32-9340-BD025E57F799}" srcId="{C453E7D1-FF8E-4E1D-B625-27E4C32DA41A}" destId="{FFF70892-9EE3-4052-B4FF-3580724DB9A2}" srcOrd="3" destOrd="0" parTransId="{8F4F5475-7D3E-4CFD-8BB4-E194CC61D5BC}" sibTransId="{6C6A00F7-60D9-42F3-AC23-146F7FDE6BD9}"/>
    <dgm:cxn modelId="{C0002C6D-B1AB-4036-A0B6-BB06B6414F1D}" srcId="{C453E7D1-FF8E-4E1D-B625-27E4C32DA41A}" destId="{6805FB6D-2487-4572-8603-3AABFF6BA339}" srcOrd="2" destOrd="0" parTransId="{9843433D-B648-4A36-BA75-FD5833EF6AD6}" sibTransId="{58CB7841-6A3C-495A-9304-412119FAE753}"/>
    <dgm:cxn modelId="{23619887-87B7-4A94-912A-2CA41D354FF8}" type="presOf" srcId="{6805FB6D-2487-4572-8603-3AABFF6BA339}" destId="{D9C90399-9960-4C77-B950-3A41BC0673AE}" srcOrd="0" destOrd="0" presId="urn:microsoft.com/office/officeart/2005/8/layout/vList2"/>
    <dgm:cxn modelId="{A68ABEAD-CBB9-46A1-B50C-9718F16A2251}" srcId="{C453E7D1-FF8E-4E1D-B625-27E4C32DA41A}" destId="{F250FA7B-2CD7-4DFC-A9FF-E69D42A73301}" srcOrd="1" destOrd="0" parTransId="{D0B158D6-1A7E-4FA0-816F-DBCC752A46E9}" sibTransId="{999CB6BC-A8BB-42C9-8451-DC548818A892}"/>
    <dgm:cxn modelId="{C24A91AE-C020-4A89-ABF5-4096985E95D6}" type="presOf" srcId="{0E09241D-07B0-4FDB-A8DE-7C306931012E}" destId="{A7728572-E89E-4EB2-8AA9-5B6E9A088682}" srcOrd="0" destOrd="0" presId="urn:microsoft.com/office/officeart/2005/8/layout/vList2"/>
    <dgm:cxn modelId="{A73724D0-5545-4CEB-B6FC-11FDDDFC3088}" srcId="{C453E7D1-FF8E-4E1D-B625-27E4C32DA41A}" destId="{0FD67C5D-5AC4-478B-BDC0-EC0023543C12}" srcOrd="4" destOrd="0" parTransId="{478F2C85-D7C6-4EE4-AFA4-09BF11B14B77}" sibTransId="{2E2EA004-0768-4113-9550-AAFC42CD2447}"/>
    <dgm:cxn modelId="{4C4947E4-77E5-4D71-8CB5-D984611E67AB}" type="presOf" srcId="{0FD67C5D-5AC4-478B-BDC0-EC0023543C12}" destId="{71F9386B-5E0E-4952-AB71-E7A5EB369E56}" srcOrd="0" destOrd="0" presId="urn:microsoft.com/office/officeart/2005/8/layout/vList2"/>
    <dgm:cxn modelId="{75ACC1EA-3273-4B56-B79A-9FDEDDC1318F}" srcId="{C453E7D1-FF8E-4E1D-B625-27E4C32DA41A}" destId="{07052B3C-F1E4-4C69-AE99-E0AB279E0BF2}" srcOrd="7" destOrd="0" parTransId="{F5238CD4-B3DD-4DDD-A83A-F51022F9C03C}" sibTransId="{EA80E554-F32B-4427-9C7B-5DA94F60C84B}"/>
    <dgm:cxn modelId="{CDDE3AFA-4D76-412B-8D9B-CF364ADA4768}" type="presOf" srcId="{C453E7D1-FF8E-4E1D-B625-27E4C32DA41A}" destId="{11DCA86C-BA94-45D8-B65D-FCAE4B06176F}" srcOrd="0" destOrd="0" presId="urn:microsoft.com/office/officeart/2005/8/layout/vList2"/>
    <dgm:cxn modelId="{2D848766-6514-4F86-9D48-2747A30C3090}" type="presParOf" srcId="{11DCA86C-BA94-45D8-B65D-FCAE4B06176F}" destId="{DFEBC476-B202-4205-B8FB-13AE4C5E288F}" srcOrd="0" destOrd="0" presId="urn:microsoft.com/office/officeart/2005/8/layout/vList2"/>
    <dgm:cxn modelId="{9334CDFF-6031-40D4-BFFE-0E24FB85AD8E}" type="presParOf" srcId="{11DCA86C-BA94-45D8-B65D-FCAE4B06176F}" destId="{63C10792-59DC-49D5-9957-D4C7A814960B}" srcOrd="1" destOrd="0" presId="urn:microsoft.com/office/officeart/2005/8/layout/vList2"/>
    <dgm:cxn modelId="{6CC717F2-9AB3-46FB-B8E7-3C5CA1A6B736}" type="presParOf" srcId="{11DCA86C-BA94-45D8-B65D-FCAE4B06176F}" destId="{74F28CC2-4FAF-4587-A111-DDBAD64CD752}" srcOrd="2" destOrd="0" presId="urn:microsoft.com/office/officeart/2005/8/layout/vList2"/>
    <dgm:cxn modelId="{A7690EEF-6C77-430A-A386-8077A71F6CCD}" type="presParOf" srcId="{11DCA86C-BA94-45D8-B65D-FCAE4B06176F}" destId="{F9F63190-CFA4-4A5B-93C6-DE221F65B1AB}" srcOrd="3" destOrd="0" presId="urn:microsoft.com/office/officeart/2005/8/layout/vList2"/>
    <dgm:cxn modelId="{4119E5A8-C938-4180-AC7D-E4C0B87EC243}" type="presParOf" srcId="{11DCA86C-BA94-45D8-B65D-FCAE4B06176F}" destId="{D9C90399-9960-4C77-B950-3A41BC0673AE}" srcOrd="4" destOrd="0" presId="urn:microsoft.com/office/officeart/2005/8/layout/vList2"/>
    <dgm:cxn modelId="{219F5291-0B3A-4A7A-830F-BF269D28D949}" type="presParOf" srcId="{11DCA86C-BA94-45D8-B65D-FCAE4B06176F}" destId="{5F203FAA-7437-44B3-AE96-05CA425A0200}" srcOrd="5" destOrd="0" presId="urn:microsoft.com/office/officeart/2005/8/layout/vList2"/>
    <dgm:cxn modelId="{AC7CCA2E-39B3-4EE9-86E2-268F420C9587}" type="presParOf" srcId="{11DCA86C-BA94-45D8-B65D-FCAE4B06176F}" destId="{0BCF5A87-A869-48A5-9A37-09F7D6BC0E1A}" srcOrd="6" destOrd="0" presId="urn:microsoft.com/office/officeart/2005/8/layout/vList2"/>
    <dgm:cxn modelId="{38457D41-F15C-421E-98CF-26C0F7085630}" type="presParOf" srcId="{11DCA86C-BA94-45D8-B65D-FCAE4B06176F}" destId="{62718B09-A234-44C1-BE8B-8ACA8F8A348E}" srcOrd="7" destOrd="0" presId="urn:microsoft.com/office/officeart/2005/8/layout/vList2"/>
    <dgm:cxn modelId="{D918BA73-E115-473B-B84F-2B8E5E64EDD2}" type="presParOf" srcId="{11DCA86C-BA94-45D8-B65D-FCAE4B06176F}" destId="{71F9386B-5E0E-4952-AB71-E7A5EB369E56}" srcOrd="8" destOrd="0" presId="urn:microsoft.com/office/officeart/2005/8/layout/vList2"/>
    <dgm:cxn modelId="{986A6CD4-E4DF-4EA3-ABFC-8BE2C01BA004}" type="presParOf" srcId="{11DCA86C-BA94-45D8-B65D-FCAE4B06176F}" destId="{2C9943C2-3437-430F-A603-F06210C6B3E7}" srcOrd="9" destOrd="0" presId="urn:microsoft.com/office/officeart/2005/8/layout/vList2"/>
    <dgm:cxn modelId="{FCFCF997-5997-4F76-9B54-B18CCD337402}" type="presParOf" srcId="{11DCA86C-BA94-45D8-B65D-FCAE4B06176F}" destId="{0B9CAD58-A29C-48E4-9C03-67BAADAF9895}" srcOrd="10" destOrd="0" presId="urn:microsoft.com/office/officeart/2005/8/layout/vList2"/>
    <dgm:cxn modelId="{263967E6-852D-4201-AE5B-0D523DBCADC7}" type="presParOf" srcId="{11DCA86C-BA94-45D8-B65D-FCAE4B06176F}" destId="{4185E0E7-8A67-4F87-AB9B-342068E1B5E8}" srcOrd="11" destOrd="0" presId="urn:microsoft.com/office/officeart/2005/8/layout/vList2"/>
    <dgm:cxn modelId="{B0196133-AE56-4B62-85AC-57B45A44610D}" type="presParOf" srcId="{11DCA86C-BA94-45D8-B65D-FCAE4B06176F}" destId="{A7728572-E89E-4EB2-8AA9-5B6E9A088682}" srcOrd="12" destOrd="0" presId="urn:microsoft.com/office/officeart/2005/8/layout/vList2"/>
    <dgm:cxn modelId="{47E352F6-194C-4D5F-8037-448910AE359F}" type="presParOf" srcId="{11DCA86C-BA94-45D8-B65D-FCAE4B06176F}" destId="{01111531-2520-4BB4-93C9-25D4084DA470}" srcOrd="13" destOrd="0" presId="urn:microsoft.com/office/officeart/2005/8/layout/vList2"/>
    <dgm:cxn modelId="{2F097E6B-034B-46A4-B361-E7D957C76908}" type="presParOf" srcId="{11DCA86C-BA94-45D8-B65D-FCAE4B06176F}" destId="{4E24B69D-8624-49C7-9827-DA56DB1B3560}"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CCA8365-C2A1-4C35-9B66-8845B6B2E7DA}" type="doc">
      <dgm:prSet loTypeId="urn:microsoft.com/office/officeart/2005/8/layout/vList5" loCatId="list" qsTypeId="urn:microsoft.com/office/officeart/2005/8/quickstyle/simple4" qsCatId="simple" csTypeId="urn:microsoft.com/office/officeart/2005/8/colors/colorful5" csCatId="colorful" phldr="1"/>
      <dgm:spPr/>
      <dgm:t>
        <a:bodyPr/>
        <a:lstStyle/>
        <a:p>
          <a:endParaRPr lang="en-US"/>
        </a:p>
      </dgm:t>
    </dgm:pt>
    <dgm:pt modelId="{39EAD882-7373-4B87-AFC4-48880DBA09BC}">
      <dgm:prSet custT="1"/>
      <dgm:spPr/>
      <dgm:t>
        <a:bodyPr/>
        <a:lstStyle/>
        <a:p>
          <a:r>
            <a:rPr lang="ar-MA" sz="2800" b="1">
              <a:solidFill>
                <a:schemeClr val="tx1">
                  <a:lumMod val="65000"/>
                  <a:lumOff val="35000"/>
                </a:schemeClr>
              </a:solidFill>
            </a:rPr>
            <a:t>مبادئ القيادة الناجحة:</a:t>
          </a:r>
          <a:endParaRPr lang="en-US" sz="2800" b="1">
            <a:solidFill>
              <a:schemeClr val="tx1">
                <a:lumMod val="65000"/>
                <a:lumOff val="35000"/>
              </a:schemeClr>
            </a:solidFill>
          </a:endParaRPr>
        </a:p>
      </dgm:t>
    </dgm:pt>
    <dgm:pt modelId="{45C6FC8B-B9D3-4EB4-8FA4-D4E62359B05A}" type="parTrans" cxnId="{55A37638-FFF9-4DB9-8F38-3E4048A5FABF}">
      <dgm:prSet/>
      <dgm:spPr/>
      <dgm:t>
        <a:bodyPr/>
        <a:lstStyle/>
        <a:p>
          <a:endParaRPr lang="en-US"/>
        </a:p>
      </dgm:t>
    </dgm:pt>
    <dgm:pt modelId="{C58AA3D0-3D28-4665-8654-3915DB7FADF5}" type="sibTrans" cxnId="{55A37638-FFF9-4DB9-8F38-3E4048A5FABF}">
      <dgm:prSet/>
      <dgm:spPr/>
      <dgm:t>
        <a:bodyPr/>
        <a:lstStyle/>
        <a:p>
          <a:endParaRPr lang="en-US"/>
        </a:p>
      </dgm:t>
    </dgm:pt>
    <dgm:pt modelId="{6083478A-E54A-42B1-B075-D28BC16F650B}">
      <dgm:prSet custT="1"/>
      <dgm:spPr/>
      <dgm:t>
        <a:bodyPr/>
        <a:lstStyle/>
        <a:p>
          <a:r>
            <a:rPr lang="ar-MA" sz="2800" b="1">
              <a:solidFill>
                <a:schemeClr val="tx1">
                  <a:lumMod val="65000"/>
                  <a:lumOff val="35000"/>
                </a:schemeClr>
              </a:solidFill>
            </a:rPr>
            <a:t>القدوة قبل الأمر</a:t>
          </a:r>
          <a:endParaRPr lang="en-US" sz="2800" b="1">
            <a:solidFill>
              <a:schemeClr val="tx1">
                <a:lumMod val="65000"/>
                <a:lumOff val="35000"/>
              </a:schemeClr>
            </a:solidFill>
          </a:endParaRPr>
        </a:p>
      </dgm:t>
    </dgm:pt>
    <dgm:pt modelId="{7D24521E-3085-48E4-9F39-5E0F5ACACA28}" type="parTrans" cxnId="{0A2C87F6-4D09-49A2-9C64-2BFA1C43FEE2}">
      <dgm:prSet/>
      <dgm:spPr/>
      <dgm:t>
        <a:bodyPr/>
        <a:lstStyle/>
        <a:p>
          <a:endParaRPr lang="en-US"/>
        </a:p>
      </dgm:t>
    </dgm:pt>
    <dgm:pt modelId="{3C6A6AD5-B255-4B0D-AB2B-1425F65F6F59}" type="sibTrans" cxnId="{0A2C87F6-4D09-49A2-9C64-2BFA1C43FEE2}">
      <dgm:prSet/>
      <dgm:spPr/>
      <dgm:t>
        <a:bodyPr/>
        <a:lstStyle/>
        <a:p>
          <a:endParaRPr lang="en-US"/>
        </a:p>
      </dgm:t>
    </dgm:pt>
    <dgm:pt modelId="{51EB8A30-D116-4730-928C-1712A30394A5}">
      <dgm:prSet custT="1"/>
      <dgm:spPr/>
      <dgm:t>
        <a:bodyPr/>
        <a:lstStyle/>
        <a:p>
          <a:r>
            <a:rPr lang="ar-MA" sz="2800" b="1" dirty="0">
              <a:solidFill>
                <a:schemeClr val="tx1">
                  <a:lumMod val="65000"/>
                  <a:lumOff val="35000"/>
                </a:schemeClr>
              </a:solidFill>
            </a:rPr>
            <a:t>الاستماع للآخرين وتقدير آرائهم</a:t>
          </a:r>
          <a:endParaRPr lang="en-US" sz="2800" b="1" dirty="0">
            <a:solidFill>
              <a:schemeClr val="tx1">
                <a:lumMod val="65000"/>
                <a:lumOff val="35000"/>
              </a:schemeClr>
            </a:solidFill>
          </a:endParaRPr>
        </a:p>
      </dgm:t>
    </dgm:pt>
    <dgm:pt modelId="{73F12241-F05D-4654-B0CE-A83F0915AD40}" type="parTrans" cxnId="{D9CC0E47-2357-41C0-BB57-0E68378A9CDC}">
      <dgm:prSet/>
      <dgm:spPr/>
      <dgm:t>
        <a:bodyPr/>
        <a:lstStyle/>
        <a:p>
          <a:endParaRPr lang="en-US"/>
        </a:p>
      </dgm:t>
    </dgm:pt>
    <dgm:pt modelId="{2A24E5BA-18CF-4DFE-98CA-F3168A90ACF8}" type="sibTrans" cxnId="{D9CC0E47-2357-41C0-BB57-0E68378A9CDC}">
      <dgm:prSet/>
      <dgm:spPr/>
      <dgm:t>
        <a:bodyPr/>
        <a:lstStyle/>
        <a:p>
          <a:endParaRPr lang="en-US"/>
        </a:p>
      </dgm:t>
    </dgm:pt>
    <dgm:pt modelId="{1ACF7CBC-83D5-4E2F-884C-2240820CFD28}">
      <dgm:prSet custT="1"/>
      <dgm:spPr/>
      <dgm:t>
        <a:bodyPr/>
        <a:lstStyle/>
        <a:p>
          <a:r>
            <a:rPr lang="ar-MA" sz="2800" b="1" dirty="0">
              <a:solidFill>
                <a:schemeClr val="tx1">
                  <a:lumMod val="65000"/>
                  <a:lumOff val="35000"/>
                </a:schemeClr>
              </a:solidFill>
            </a:rPr>
            <a:t>تحفيز الفريق وبث الثقة</a:t>
          </a:r>
          <a:endParaRPr lang="en-US" sz="2800" b="1" dirty="0">
            <a:solidFill>
              <a:schemeClr val="tx1">
                <a:lumMod val="65000"/>
                <a:lumOff val="35000"/>
              </a:schemeClr>
            </a:solidFill>
          </a:endParaRPr>
        </a:p>
      </dgm:t>
    </dgm:pt>
    <dgm:pt modelId="{919F7A71-7C2B-4A83-9E1E-3A3D8AA3B2FC}" type="parTrans" cxnId="{E1AA5A29-F5C7-4034-914B-BF46C430F8BE}">
      <dgm:prSet/>
      <dgm:spPr/>
      <dgm:t>
        <a:bodyPr/>
        <a:lstStyle/>
        <a:p>
          <a:endParaRPr lang="en-US"/>
        </a:p>
      </dgm:t>
    </dgm:pt>
    <dgm:pt modelId="{1573F4B5-B4CA-4A5E-BA4A-726E91D03DDD}" type="sibTrans" cxnId="{E1AA5A29-F5C7-4034-914B-BF46C430F8BE}">
      <dgm:prSet/>
      <dgm:spPr/>
      <dgm:t>
        <a:bodyPr/>
        <a:lstStyle/>
        <a:p>
          <a:endParaRPr lang="en-US"/>
        </a:p>
      </dgm:t>
    </dgm:pt>
    <dgm:pt modelId="{0D88F0F5-61C4-45AB-AB37-E0D8BFD398AA}">
      <dgm:prSet custT="1"/>
      <dgm:spPr/>
      <dgm:t>
        <a:bodyPr/>
        <a:lstStyle/>
        <a:p>
          <a:r>
            <a:rPr lang="ar-MA" sz="2800" b="1" dirty="0">
              <a:solidFill>
                <a:schemeClr val="tx1">
                  <a:lumMod val="65000"/>
                  <a:lumOff val="35000"/>
                </a:schemeClr>
              </a:solidFill>
            </a:rPr>
            <a:t>تطبيقات عملية:</a:t>
          </a:r>
          <a:endParaRPr lang="en-US" sz="2800" b="1" dirty="0">
            <a:solidFill>
              <a:schemeClr val="tx1">
                <a:lumMod val="65000"/>
                <a:lumOff val="35000"/>
              </a:schemeClr>
            </a:solidFill>
          </a:endParaRPr>
        </a:p>
      </dgm:t>
    </dgm:pt>
    <dgm:pt modelId="{CAE3E44F-AE42-4A79-B4ED-80ADECAF988E}" type="parTrans" cxnId="{366473A7-E979-4ECA-9AB8-648DFE044528}">
      <dgm:prSet/>
      <dgm:spPr/>
      <dgm:t>
        <a:bodyPr/>
        <a:lstStyle/>
        <a:p>
          <a:endParaRPr lang="en-US"/>
        </a:p>
      </dgm:t>
    </dgm:pt>
    <dgm:pt modelId="{3C5BB853-DBA8-4245-8D79-8EB4F9067EB3}" type="sibTrans" cxnId="{366473A7-E979-4ECA-9AB8-648DFE044528}">
      <dgm:prSet/>
      <dgm:spPr/>
      <dgm:t>
        <a:bodyPr/>
        <a:lstStyle/>
        <a:p>
          <a:endParaRPr lang="en-US"/>
        </a:p>
      </dgm:t>
    </dgm:pt>
    <dgm:pt modelId="{A400D062-A07C-4451-8F69-E05EFAF8CB37}">
      <dgm:prSet custT="1"/>
      <dgm:spPr/>
      <dgm:t>
        <a:bodyPr/>
        <a:lstStyle/>
        <a:p>
          <a:r>
            <a:rPr lang="ar-MA" sz="2800" b="1">
              <a:solidFill>
                <a:schemeClr val="tx1">
                  <a:lumMod val="65000"/>
                  <a:lumOff val="35000"/>
                </a:schemeClr>
              </a:solidFill>
            </a:rPr>
            <a:t>التخطيط الاستراتيجي</a:t>
          </a:r>
          <a:endParaRPr lang="en-US" sz="2800" b="1">
            <a:solidFill>
              <a:schemeClr val="tx1">
                <a:lumMod val="65000"/>
                <a:lumOff val="35000"/>
              </a:schemeClr>
            </a:solidFill>
          </a:endParaRPr>
        </a:p>
      </dgm:t>
    </dgm:pt>
    <dgm:pt modelId="{8C919DBF-2FED-440D-9747-62390FEFA4D1}" type="parTrans" cxnId="{F63CE037-C7F2-47B1-9A34-84C18FE27427}">
      <dgm:prSet/>
      <dgm:spPr/>
      <dgm:t>
        <a:bodyPr/>
        <a:lstStyle/>
        <a:p>
          <a:endParaRPr lang="en-US"/>
        </a:p>
      </dgm:t>
    </dgm:pt>
    <dgm:pt modelId="{EC5022B7-8AEB-43FA-AEEB-8DA3ADEC7CD6}" type="sibTrans" cxnId="{F63CE037-C7F2-47B1-9A34-84C18FE27427}">
      <dgm:prSet/>
      <dgm:spPr/>
      <dgm:t>
        <a:bodyPr/>
        <a:lstStyle/>
        <a:p>
          <a:endParaRPr lang="en-US"/>
        </a:p>
      </dgm:t>
    </dgm:pt>
    <dgm:pt modelId="{D59A4523-ADE0-445B-AAC8-17BA94773F46}">
      <dgm:prSet custT="1"/>
      <dgm:spPr/>
      <dgm:t>
        <a:bodyPr/>
        <a:lstStyle/>
        <a:p>
          <a:r>
            <a:rPr lang="ar-MA" sz="2800" b="1">
              <a:solidFill>
                <a:schemeClr val="tx1">
                  <a:lumMod val="65000"/>
                  <a:lumOff val="35000"/>
                </a:schemeClr>
              </a:solidFill>
            </a:rPr>
            <a:t>بناء فريق العمل وتطوير مهاراته</a:t>
          </a:r>
          <a:endParaRPr lang="en-US" sz="2800" b="1">
            <a:solidFill>
              <a:schemeClr val="tx1">
                <a:lumMod val="65000"/>
                <a:lumOff val="35000"/>
              </a:schemeClr>
            </a:solidFill>
          </a:endParaRPr>
        </a:p>
      </dgm:t>
    </dgm:pt>
    <dgm:pt modelId="{6C4CAF35-D787-48D9-903D-3BC7A7A0FB6C}" type="parTrans" cxnId="{85F4E535-F24D-4A41-BB97-475209629DB3}">
      <dgm:prSet/>
      <dgm:spPr/>
      <dgm:t>
        <a:bodyPr/>
        <a:lstStyle/>
        <a:p>
          <a:endParaRPr lang="en-US"/>
        </a:p>
      </dgm:t>
    </dgm:pt>
    <dgm:pt modelId="{63C4D3AF-1A95-43AD-90D9-3C8BFB414C86}" type="sibTrans" cxnId="{85F4E535-F24D-4A41-BB97-475209629DB3}">
      <dgm:prSet/>
      <dgm:spPr/>
      <dgm:t>
        <a:bodyPr/>
        <a:lstStyle/>
        <a:p>
          <a:endParaRPr lang="en-US"/>
        </a:p>
      </dgm:t>
    </dgm:pt>
    <dgm:pt modelId="{9A72B437-E7C9-4649-BBD6-EAA5EC841A62}">
      <dgm:prSet custT="1"/>
      <dgm:spPr/>
      <dgm:t>
        <a:bodyPr/>
        <a:lstStyle/>
        <a:p>
          <a:r>
            <a:rPr lang="ar-MA" sz="2800" b="1" dirty="0">
              <a:solidFill>
                <a:schemeClr val="tx1">
                  <a:lumMod val="65000"/>
                  <a:lumOff val="35000"/>
                </a:schemeClr>
              </a:solidFill>
            </a:rPr>
            <a:t>إدارة الأزمات بحكمة وتوازن</a:t>
          </a:r>
          <a:endParaRPr lang="en-US" sz="2800" b="1" dirty="0">
            <a:solidFill>
              <a:schemeClr val="tx1">
                <a:lumMod val="65000"/>
                <a:lumOff val="35000"/>
              </a:schemeClr>
            </a:solidFill>
          </a:endParaRPr>
        </a:p>
      </dgm:t>
    </dgm:pt>
    <dgm:pt modelId="{E4632A44-4392-46AD-8849-AE74E1E062D1}" type="parTrans" cxnId="{6B1BA1B9-CAB9-45DD-8AE3-85E72DC53BE7}">
      <dgm:prSet/>
      <dgm:spPr/>
      <dgm:t>
        <a:bodyPr/>
        <a:lstStyle/>
        <a:p>
          <a:endParaRPr lang="en-US"/>
        </a:p>
      </dgm:t>
    </dgm:pt>
    <dgm:pt modelId="{351FA703-22EB-43BF-B996-BB622FC8B455}" type="sibTrans" cxnId="{6B1BA1B9-CAB9-45DD-8AE3-85E72DC53BE7}">
      <dgm:prSet/>
      <dgm:spPr/>
      <dgm:t>
        <a:bodyPr/>
        <a:lstStyle/>
        <a:p>
          <a:endParaRPr lang="en-US"/>
        </a:p>
      </dgm:t>
    </dgm:pt>
    <dgm:pt modelId="{8187F8B5-5312-40D2-A6FB-8C377F0D4334}" type="pres">
      <dgm:prSet presAssocID="{0CCA8365-C2A1-4C35-9B66-8845B6B2E7DA}" presName="Name0" presStyleCnt="0">
        <dgm:presLayoutVars>
          <dgm:dir/>
          <dgm:animLvl val="lvl"/>
          <dgm:resizeHandles val="exact"/>
        </dgm:presLayoutVars>
      </dgm:prSet>
      <dgm:spPr/>
    </dgm:pt>
    <dgm:pt modelId="{871CFF7E-50E2-430A-8125-FB6E49F4EB47}" type="pres">
      <dgm:prSet presAssocID="{39EAD882-7373-4B87-AFC4-48880DBA09BC}" presName="linNode" presStyleCnt="0"/>
      <dgm:spPr/>
    </dgm:pt>
    <dgm:pt modelId="{29BC66E8-C9B1-4C7D-A6D6-FAF3EF4C040F}" type="pres">
      <dgm:prSet presAssocID="{39EAD882-7373-4B87-AFC4-48880DBA09BC}" presName="parentText" presStyleLbl="node1" presStyleIdx="0" presStyleCnt="8" custScaleX="206656">
        <dgm:presLayoutVars>
          <dgm:chMax val="1"/>
          <dgm:bulletEnabled val="1"/>
        </dgm:presLayoutVars>
      </dgm:prSet>
      <dgm:spPr/>
    </dgm:pt>
    <dgm:pt modelId="{5ADC4165-8D36-417B-AE13-709DDC204FFB}" type="pres">
      <dgm:prSet presAssocID="{C58AA3D0-3D28-4665-8654-3915DB7FADF5}" presName="sp" presStyleCnt="0"/>
      <dgm:spPr/>
    </dgm:pt>
    <dgm:pt modelId="{4DFBEA45-2972-4143-81F3-43DE8412160D}" type="pres">
      <dgm:prSet presAssocID="{6083478A-E54A-42B1-B075-D28BC16F650B}" presName="linNode" presStyleCnt="0"/>
      <dgm:spPr/>
    </dgm:pt>
    <dgm:pt modelId="{B2957BD5-C04F-466F-8DF3-159CBC5DA2AD}" type="pres">
      <dgm:prSet presAssocID="{6083478A-E54A-42B1-B075-D28BC16F650B}" presName="parentText" presStyleLbl="node1" presStyleIdx="1" presStyleCnt="8" custScaleX="206656">
        <dgm:presLayoutVars>
          <dgm:chMax val="1"/>
          <dgm:bulletEnabled val="1"/>
        </dgm:presLayoutVars>
      </dgm:prSet>
      <dgm:spPr/>
    </dgm:pt>
    <dgm:pt modelId="{8AC28E99-D77A-437E-A88E-0DA299E71BD6}" type="pres">
      <dgm:prSet presAssocID="{3C6A6AD5-B255-4B0D-AB2B-1425F65F6F59}" presName="sp" presStyleCnt="0"/>
      <dgm:spPr/>
    </dgm:pt>
    <dgm:pt modelId="{00EF1D41-33B7-42CF-BBC3-4453B62C46E2}" type="pres">
      <dgm:prSet presAssocID="{51EB8A30-D116-4730-928C-1712A30394A5}" presName="linNode" presStyleCnt="0"/>
      <dgm:spPr/>
    </dgm:pt>
    <dgm:pt modelId="{02654EBB-6C54-42B7-A63E-5960E538FAD8}" type="pres">
      <dgm:prSet presAssocID="{51EB8A30-D116-4730-928C-1712A30394A5}" presName="parentText" presStyleLbl="node1" presStyleIdx="2" presStyleCnt="8" custScaleX="206656">
        <dgm:presLayoutVars>
          <dgm:chMax val="1"/>
          <dgm:bulletEnabled val="1"/>
        </dgm:presLayoutVars>
      </dgm:prSet>
      <dgm:spPr/>
    </dgm:pt>
    <dgm:pt modelId="{D06B6EE8-FAF2-40A5-A2D8-20034FBBC936}" type="pres">
      <dgm:prSet presAssocID="{2A24E5BA-18CF-4DFE-98CA-F3168A90ACF8}" presName="sp" presStyleCnt="0"/>
      <dgm:spPr/>
    </dgm:pt>
    <dgm:pt modelId="{73D9F8B6-2FD7-4B7E-A4A7-456D09809E65}" type="pres">
      <dgm:prSet presAssocID="{1ACF7CBC-83D5-4E2F-884C-2240820CFD28}" presName="linNode" presStyleCnt="0"/>
      <dgm:spPr/>
    </dgm:pt>
    <dgm:pt modelId="{F917B192-B8F8-4663-950A-98943CF47F68}" type="pres">
      <dgm:prSet presAssocID="{1ACF7CBC-83D5-4E2F-884C-2240820CFD28}" presName="parentText" presStyleLbl="node1" presStyleIdx="3" presStyleCnt="8" custScaleX="206656">
        <dgm:presLayoutVars>
          <dgm:chMax val="1"/>
          <dgm:bulletEnabled val="1"/>
        </dgm:presLayoutVars>
      </dgm:prSet>
      <dgm:spPr/>
    </dgm:pt>
    <dgm:pt modelId="{D66BF92E-5746-4632-9084-246780025D61}" type="pres">
      <dgm:prSet presAssocID="{1573F4B5-B4CA-4A5E-BA4A-726E91D03DDD}" presName="sp" presStyleCnt="0"/>
      <dgm:spPr/>
    </dgm:pt>
    <dgm:pt modelId="{25EE519A-59D0-4F65-81FF-67D8597F1D21}" type="pres">
      <dgm:prSet presAssocID="{0D88F0F5-61C4-45AB-AB37-E0D8BFD398AA}" presName="linNode" presStyleCnt="0"/>
      <dgm:spPr/>
    </dgm:pt>
    <dgm:pt modelId="{4ECC7E0A-72E6-4BC2-944C-51BDB7082E1A}" type="pres">
      <dgm:prSet presAssocID="{0D88F0F5-61C4-45AB-AB37-E0D8BFD398AA}" presName="parentText" presStyleLbl="node1" presStyleIdx="4" presStyleCnt="8" custScaleX="206656">
        <dgm:presLayoutVars>
          <dgm:chMax val="1"/>
          <dgm:bulletEnabled val="1"/>
        </dgm:presLayoutVars>
      </dgm:prSet>
      <dgm:spPr/>
    </dgm:pt>
    <dgm:pt modelId="{07D67BF4-7B90-45BB-8FB3-D9C618549A25}" type="pres">
      <dgm:prSet presAssocID="{3C5BB853-DBA8-4245-8D79-8EB4F9067EB3}" presName="sp" presStyleCnt="0"/>
      <dgm:spPr/>
    </dgm:pt>
    <dgm:pt modelId="{DDE07CF4-5937-4916-9493-7595F811A575}" type="pres">
      <dgm:prSet presAssocID="{A400D062-A07C-4451-8F69-E05EFAF8CB37}" presName="linNode" presStyleCnt="0"/>
      <dgm:spPr/>
    </dgm:pt>
    <dgm:pt modelId="{4528E6B9-E0FB-4F85-9ECF-3F3DF2C188E4}" type="pres">
      <dgm:prSet presAssocID="{A400D062-A07C-4451-8F69-E05EFAF8CB37}" presName="parentText" presStyleLbl="node1" presStyleIdx="5" presStyleCnt="8" custScaleX="206656">
        <dgm:presLayoutVars>
          <dgm:chMax val="1"/>
          <dgm:bulletEnabled val="1"/>
        </dgm:presLayoutVars>
      </dgm:prSet>
      <dgm:spPr/>
    </dgm:pt>
    <dgm:pt modelId="{B1B4BC96-A813-48D5-AB24-426CE10FCFBA}" type="pres">
      <dgm:prSet presAssocID="{EC5022B7-8AEB-43FA-AEEB-8DA3ADEC7CD6}" presName="sp" presStyleCnt="0"/>
      <dgm:spPr/>
    </dgm:pt>
    <dgm:pt modelId="{58B5ABFA-5A60-48BF-88C2-A2A244378EDB}" type="pres">
      <dgm:prSet presAssocID="{D59A4523-ADE0-445B-AAC8-17BA94773F46}" presName="linNode" presStyleCnt="0"/>
      <dgm:spPr/>
    </dgm:pt>
    <dgm:pt modelId="{646E859C-6367-4216-87DB-5213191F1E05}" type="pres">
      <dgm:prSet presAssocID="{D59A4523-ADE0-445B-AAC8-17BA94773F46}" presName="parentText" presStyleLbl="node1" presStyleIdx="6" presStyleCnt="8" custScaleX="206656">
        <dgm:presLayoutVars>
          <dgm:chMax val="1"/>
          <dgm:bulletEnabled val="1"/>
        </dgm:presLayoutVars>
      </dgm:prSet>
      <dgm:spPr/>
    </dgm:pt>
    <dgm:pt modelId="{06E1E25F-AE2E-4CFD-B18E-2B9984951704}" type="pres">
      <dgm:prSet presAssocID="{63C4D3AF-1A95-43AD-90D9-3C8BFB414C86}" presName="sp" presStyleCnt="0"/>
      <dgm:spPr/>
    </dgm:pt>
    <dgm:pt modelId="{49947769-E78D-4B0E-BE12-04696C7ED32A}" type="pres">
      <dgm:prSet presAssocID="{9A72B437-E7C9-4649-BBD6-EAA5EC841A62}" presName="linNode" presStyleCnt="0"/>
      <dgm:spPr/>
    </dgm:pt>
    <dgm:pt modelId="{81FC9515-2A35-4E30-8697-46E486012A19}" type="pres">
      <dgm:prSet presAssocID="{9A72B437-E7C9-4649-BBD6-EAA5EC841A62}" presName="parentText" presStyleLbl="node1" presStyleIdx="7" presStyleCnt="8" custScaleX="206656">
        <dgm:presLayoutVars>
          <dgm:chMax val="1"/>
          <dgm:bulletEnabled val="1"/>
        </dgm:presLayoutVars>
      </dgm:prSet>
      <dgm:spPr/>
    </dgm:pt>
  </dgm:ptLst>
  <dgm:cxnLst>
    <dgm:cxn modelId="{9F121008-6532-4D04-B555-2192AB7CE5BE}" type="presOf" srcId="{1ACF7CBC-83D5-4E2F-884C-2240820CFD28}" destId="{F917B192-B8F8-4663-950A-98943CF47F68}" srcOrd="0" destOrd="0" presId="urn:microsoft.com/office/officeart/2005/8/layout/vList5"/>
    <dgm:cxn modelId="{E1AA5A29-F5C7-4034-914B-BF46C430F8BE}" srcId="{0CCA8365-C2A1-4C35-9B66-8845B6B2E7DA}" destId="{1ACF7CBC-83D5-4E2F-884C-2240820CFD28}" srcOrd="3" destOrd="0" parTransId="{919F7A71-7C2B-4A83-9E1E-3A3D8AA3B2FC}" sibTransId="{1573F4B5-B4CA-4A5E-BA4A-726E91D03DDD}"/>
    <dgm:cxn modelId="{85F4E535-F24D-4A41-BB97-475209629DB3}" srcId="{0CCA8365-C2A1-4C35-9B66-8845B6B2E7DA}" destId="{D59A4523-ADE0-445B-AAC8-17BA94773F46}" srcOrd="6" destOrd="0" parTransId="{6C4CAF35-D787-48D9-903D-3BC7A7A0FB6C}" sibTransId="{63C4D3AF-1A95-43AD-90D9-3C8BFB414C86}"/>
    <dgm:cxn modelId="{F63CE037-C7F2-47B1-9A34-84C18FE27427}" srcId="{0CCA8365-C2A1-4C35-9B66-8845B6B2E7DA}" destId="{A400D062-A07C-4451-8F69-E05EFAF8CB37}" srcOrd="5" destOrd="0" parTransId="{8C919DBF-2FED-440D-9747-62390FEFA4D1}" sibTransId="{EC5022B7-8AEB-43FA-AEEB-8DA3ADEC7CD6}"/>
    <dgm:cxn modelId="{55A37638-FFF9-4DB9-8F38-3E4048A5FABF}" srcId="{0CCA8365-C2A1-4C35-9B66-8845B6B2E7DA}" destId="{39EAD882-7373-4B87-AFC4-48880DBA09BC}" srcOrd="0" destOrd="0" parTransId="{45C6FC8B-B9D3-4EB4-8FA4-D4E62359B05A}" sibTransId="{C58AA3D0-3D28-4665-8654-3915DB7FADF5}"/>
    <dgm:cxn modelId="{45B55E5B-A31A-4C00-9CE5-50532B0EAFDE}" type="presOf" srcId="{0CCA8365-C2A1-4C35-9B66-8845B6B2E7DA}" destId="{8187F8B5-5312-40D2-A6FB-8C377F0D4334}" srcOrd="0" destOrd="0" presId="urn:microsoft.com/office/officeart/2005/8/layout/vList5"/>
    <dgm:cxn modelId="{ECE0C045-5EBA-486C-BD39-62C3B00FB50A}" type="presOf" srcId="{D59A4523-ADE0-445B-AAC8-17BA94773F46}" destId="{646E859C-6367-4216-87DB-5213191F1E05}" srcOrd="0" destOrd="0" presId="urn:microsoft.com/office/officeart/2005/8/layout/vList5"/>
    <dgm:cxn modelId="{D9CC0E47-2357-41C0-BB57-0E68378A9CDC}" srcId="{0CCA8365-C2A1-4C35-9B66-8845B6B2E7DA}" destId="{51EB8A30-D116-4730-928C-1712A30394A5}" srcOrd="2" destOrd="0" parTransId="{73F12241-F05D-4654-B0CE-A83F0915AD40}" sibTransId="{2A24E5BA-18CF-4DFE-98CA-F3168A90ACF8}"/>
    <dgm:cxn modelId="{310D0A70-8375-4BC6-992D-E21C762104D8}" type="presOf" srcId="{0D88F0F5-61C4-45AB-AB37-E0D8BFD398AA}" destId="{4ECC7E0A-72E6-4BC2-944C-51BDB7082E1A}" srcOrd="0" destOrd="0" presId="urn:microsoft.com/office/officeart/2005/8/layout/vList5"/>
    <dgm:cxn modelId="{1850637F-01DF-47F9-8CC2-60B27A991774}" type="presOf" srcId="{6083478A-E54A-42B1-B075-D28BC16F650B}" destId="{B2957BD5-C04F-466F-8DF3-159CBC5DA2AD}" srcOrd="0" destOrd="0" presId="urn:microsoft.com/office/officeart/2005/8/layout/vList5"/>
    <dgm:cxn modelId="{366473A7-E979-4ECA-9AB8-648DFE044528}" srcId="{0CCA8365-C2A1-4C35-9B66-8845B6B2E7DA}" destId="{0D88F0F5-61C4-45AB-AB37-E0D8BFD398AA}" srcOrd="4" destOrd="0" parTransId="{CAE3E44F-AE42-4A79-B4ED-80ADECAF988E}" sibTransId="{3C5BB853-DBA8-4245-8D79-8EB4F9067EB3}"/>
    <dgm:cxn modelId="{6B1BA1B9-CAB9-45DD-8AE3-85E72DC53BE7}" srcId="{0CCA8365-C2A1-4C35-9B66-8845B6B2E7DA}" destId="{9A72B437-E7C9-4649-BBD6-EAA5EC841A62}" srcOrd="7" destOrd="0" parTransId="{E4632A44-4392-46AD-8849-AE74E1E062D1}" sibTransId="{351FA703-22EB-43BF-B996-BB622FC8B455}"/>
    <dgm:cxn modelId="{8B338AC2-BB8C-4525-969D-1C0056494FA8}" type="presOf" srcId="{A400D062-A07C-4451-8F69-E05EFAF8CB37}" destId="{4528E6B9-E0FB-4F85-9ECF-3F3DF2C188E4}" srcOrd="0" destOrd="0" presId="urn:microsoft.com/office/officeart/2005/8/layout/vList5"/>
    <dgm:cxn modelId="{59C88BD9-12A7-48AA-AD85-AB5DD6260B0D}" type="presOf" srcId="{9A72B437-E7C9-4649-BBD6-EAA5EC841A62}" destId="{81FC9515-2A35-4E30-8697-46E486012A19}" srcOrd="0" destOrd="0" presId="urn:microsoft.com/office/officeart/2005/8/layout/vList5"/>
    <dgm:cxn modelId="{AC7ED7E4-50A8-4288-96A7-36E3CFFA3AAB}" type="presOf" srcId="{51EB8A30-D116-4730-928C-1712A30394A5}" destId="{02654EBB-6C54-42B7-A63E-5960E538FAD8}" srcOrd="0" destOrd="0" presId="urn:microsoft.com/office/officeart/2005/8/layout/vList5"/>
    <dgm:cxn modelId="{4790BBEB-7A35-4F8C-9809-E571B1331922}" type="presOf" srcId="{39EAD882-7373-4B87-AFC4-48880DBA09BC}" destId="{29BC66E8-C9B1-4C7D-A6D6-FAF3EF4C040F}" srcOrd="0" destOrd="0" presId="urn:microsoft.com/office/officeart/2005/8/layout/vList5"/>
    <dgm:cxn modelId="{0A2C87F6-4D09-49A2-9C64-2BFA1C43FEE2}" srcId="{0CCA8365-C2A1-4C35-9B66-8845B6B2E7DA}" destId="{6083478A-E54A-42B1-B075-D28BC16F650B}" srcOrd="1" destOrd="0" parTransId="{7D24521E-3085-48E4-9F39-5E0F5ACACA28}" sibTransId="{3C6A6AD5-B255-4B0D-AB2B-1425F65F6F59}"/>
    <dgm:cxn modelId="{F7BCEB7C-0299-43A9-9624-2BCDFEEE45B0}" type="presParOf" srcId="{8187F8B5-5312-40D2-A6FB-8C377F0D4334}" destId="{871CFF7E-50E2-430A-8125-FB6E49F4EB47}" srcOrd="0" destOrd="0" presId="urn:microsoft.com/office/officeart/2005/8/layout/vList5"/>
    <dgm:cxn modelId="{C5883364-B47E-4360-8F6C-27194D5064E5}" type="presParOf" srcId="{871CFF7E-50E2-430A-8125-FB6E49F4EB47}" destId="{29BC66E8-C9B1-4C7D-A6D6-FAF3EF4C040F}" srcOrd="0" destOrd="0" presId="urn:microsoft.com/office/officeart/2005/8/layout/vList5"/>
    <dgm:cxn modelId="{8C06799A-3264-4F6A-88BC-BC0DD722D1C1}" type="presParOf" srcId="{8187F8B5-5312-40D2-A6FB-8C377F0D4334}" destId="{5ADC4165-8D36-417B-AE13-709DDC204FFB}" srcOrd="1" destOrd="0" presId="urn:microsoft.com/office/officeart/2005/8/layout/vList5"/>
    <dgm:cxn modelId="{770AA1F1-6509-498F-BCC4-5305C959A740}" type="presParOf" srcId="{8187F8B5-5312-40D2-A6FB-8C377F0D4334}" destId="{4DFBEA45-2972-4143-81F3-43DE8412160D}" srcOrd="2" destOrd="0" presId="urn:microsoft.com/office/officeart/2005/8/layout/vList5"/>
    <dgm:cxn modelId="{5907766A-1A35-49EC-937E-602536EBBC5B}" type="presParOf" srcId="{4DFBEA45-2972-4143-81F3-43DE8412160D}" destId="{B2957BD5-C04F-466F-8DF3-159CBC5DA2AD}" srcOrd="0" destOrd="0" presId="urn:microsoft.com/office/officeart/2005/8/layout/vList5"/>
    <dgm:cxn modelId="{9D42917A-9482-446F-9C74-23A91A48DCDF}" type="presParOf" srcId="{8187F8B5-5312-40D2-A6FB-8C377F0D4334}" destId="{8AC28E99-D77A-437E-A88E-0DA299E71BD6}" srcOrd="3" destOrd="0" presId="urn:microsoft.com/office/officeart/2005/8/layout/vList5"/>
    <dgm:cxn modelId="{14C12290-B04D-4B88-8E01-68443B2A7504}" type="presParOf" srcId="{8187F8B5-5312-40D2-A6FB-8C377F0D4334}" destId="{00EF1D41-33B7-42CF-BBC3-4453B62C46E2}" srcOrd="4" destOrd="0" presId="urn:microsoft.com/office/officeart/2005/8/layout/vList5"/>
    <dgm:cxn modelId="{7BAF92EB-6C0D-47A3-A462-7D8AE6DFE70D}" type="presParOf" srcId="{00EF1D41-33B7-42CF-BBC3-4453B62C46E2}" destId="{02654EBB-6C54-42B7-A63E-5960E538FAD8}" srcOrd="0" destOrd="0" presId="urn:microsoft.com/office/officeart/2005/8/layout/vList5"/>
    <dgm:cxn modelId="{3E54B3CF-90E4-4A90-A7ED-3A4CE3A300D7}" type="presParOf" srcId="{8187F8B5-5312-40D2-A6FB-8C377F0D4334}" destId="{D06B6EE8-FAF2-40A5-A2D8-20034FBBC936}" srcOrd="5" destOrd="0" presId="urn:microsoft.com/office/officeart/2005/8/layout/vList5"/>
    <dgm:cxn modelId="{1044C486-95E0-41D2-A043-BABEDE8E8B63}" type="presParOf" srcId="{8187F8B5-5312-40D2-A6FB-8C377F0D4334}" destId="{73D9F8B6-2FD7-4B7E-A4A7-456D09809E65}" srcOrd="6" destOrd="0" presId="urn:microsoft.com/office/officeart/2005/8/layout/vList5"/>
    <dgm:cxn modelId="{645F7249-1325-423C-AA87-AC4D2317216D}" type="presParOf" srcId="{73D9F8B6-2FD7-4B7E-A4A7-456D09809E65}" destId="{F917B192-B8F8-4663-950A-98943CF47F68}" srcOrd="0" destOrd="0" presId="urn:microsoft.com/office/officeart/2005/8/layout/vList5"/>
    <dgm:cxn modelId="{F12CBD7A-7EEC-4B8D-8F5A-60423B089AEF}" type="presParOf" srcId="{8187F8B5-5312-40D2-A6FB-8C377F0D4334}" destId="{D66BF92E-5746-4632-9084-246780025D61}" srcOrd="7" destOrd="0" presId="urn:microsoft.com/office/officeart/2005/8/layout/vList5"/>
    <dgm:cxn modelId="{E46E6FFD-DBC5-4583-89D1-7AB9B731B9A0}" type="presParOf" srcId="{8187F8B5-5312-40D2-A6FB-8C377F0D4334}" destId="{25EE519A-59D0-4F65-81FF-67D8597F1D21}" srcOrd="8" destOrd="0" presId="urn:microsoft.com/office/officeart/2005/8/layout/vList5"/>
    <dgm:cxn modelId="{EEBE4766-EAD9-4BF0-926B-F520CE87AF32}" type="presParOf" srcId="{25EE519A-59D0-4F65-81FF-67D8597F1D21}" destId="{4ECC7E0A-72E6-4BC2-944C-51BDB7082E1A}" srcOrd="0" destOrd="0" presId="urn:microsoft.com/office/officeart/2005/8/layout/vList5"/>
    <dgm:cxn modelId="{EA4CDFA2-91C2-4A4B-BA7A-61F9B0FBAD78}" type="presParOf" srcId="{8187F8B5-5312-40D2-A6FB-8C377F0D4334}" destId="{07D67BF4-7B90-45BB-8FB3-D9C618549A25}" srcOrd="9" destOrd="0" presId="urn:microsoft.com/office/officeart/2005/8/layout/vList5"/>
    <dgm:cxn modelId="{9CE9CFEB-BC79-42CC-9E35-845DFE4C88E0}" type="presParOf" srcId="{8187F8B5-5312-40D2-A6FB-8C377F0D4334}" destId="{DDE07CF4-5937-4916-9493-7595F811A575}" srcOrd="10" destOrd="0" presId="urn:microsoft.com/office/officeart/2005/8/layout/vList5"/>
    <dgm:cxn modelId="{1B3DB1CF-432B-40CA-BFBC-118319F084CA}" type="presParOf" srcId="{DDE07CF4-5937-4916-9493-7595F811A575}" destId="{4528E6B9-E0FB-4F85-9ECF-3F3DF2C188E4}" srcOrd="0" destOrd="0" presId="urn:microsoft.com/office/officeart/2005/8/layout/vList5"/>
    <dgm:cxn modelId="{E4494569-527E-4584-BC2F-380E2D8343D3}" type="presParOf" srcId="{8187F8B5-5312-40D2-A6FB-8C377F0D4334}" destId="{B1B4BC96-A813-48D5-AB24-426CE10FCFBA}" srcOrd="11" destOrd="0" presId="urn:microsoft.com/office/officeart/2005/8/layout/vList5"/>
    <dgm:cxn modelId="{15C10648-0130-4707-B7F7-9A40A5C141E4}" type="presParOf" srcId="{8187F8B5-5312-40D2-A6FB-8C377F0D4334}" destId="{58B5ABFA-5A60-48BF-88C2-A2A244378EDB}" srcOrd="12" destOrd="0" presId="urn:microsoft.com/office/officeart/2005/8/layout/vList5"/>
    <dgm:cxn modelId="{08A5DDC1-C01E-4343-9063-32CF9E86DFE3}" type="presParOf" srcId="{58B5ABFA-5A60-48BF-88C2-A2A244378EDB}" destId="{646E859C-6367-4216-87DB-5213191F1E05}" srcOrd="0" destOrd="0" presId="urn:microsoft.com/office/officeart/2005/8/layout/vList5"/>
    <dgm:cxn modelId="{4F303AA7-C550-4B84-8AB4-65B2344E66D5}" type="presParOf" srcId="{8187F8B5-5312-40D2-A6FB-8C377F0D4334}" destId="{06E1E25F-AE2E-4CFD-B18E-2B9984951704}" srcOrd="13" destOrd="0" presId="urn:microsoft.com/office/officeart/2005/8/layout/vList5"/>
    <dgm:cxn modelId="{436BDE5D-7B82-42CA-B65C-6173D5F7310B}" type="presParOf" srcId="{8187F8B5-5312-40D2-A6FB-8C377F0D4334}" destId="{49947769-E78D-4B0E-BE12-04696C7ED32A}" srcOrd="14" destOrd="0" presId="urn:microsoft.com/office/officeart/2005/8/layout/vList5"/>
    <dgm:cxn modelId="{BBAA083B-1857-4E24-B082-E55F6384F4A8}" type="presParOf" srcId="{49947769-E78D-4B0E-BE12-04696C7ED32A}" destId="{81FC9515-2A35-4E30-8697-46E486012A19}"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E0256BF-466F-4011-8F80-BD7111274DAC}"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D8D85F79-18B2-42B3-8002-36412DE23DB7}">
      <dgm:prSet custT="1"/>
      <dgm:spPr/>
      <dgm:t>
        <a:bodyPr/>
        <a:lstStyle/>
        <a:p>
          <a:pPr algn="ctr"/>
          <a:r>
            <a:rPr lang="ar-MA" sz="2800" b="1">
              <a:solidFill>
                <a:schemeClr val="tx1">
                  <a:lumMod val="75000"/>
                  <a:lumOff val="25000"/>
                </a:schemeClr>
              </a:solidFill>
            </a:rPr>
            <a:t>الدروس الرئيسية:</a:t>
          </a:r>
          <a:endParaRPr lang="en-US" sz="2800" b="1">
            <a:solidFill>
              <a:schemeClr val="tx1">
                <a:lumMod val="75000"/>
                <a:lumOff val="25000"/>
              </a:schemeClr>
            </a:solidFill>
          </a:endParaRPr>
        </a:p>
      </dgm:t>
    </dgm:pt>
    <dgm:pt modelId="{75B2C463-CCA6-4A21-8E83-BE2D395B3302}" type="parTrans" cxnId="{8FF184ED-94B2-4BCD-9517-DCB72EE7AB49}">
      <dgm:prSet/>
      <dgm:spPr/>
      <dgm:t>
        <a:bodyPr/>
        <a:lstStyle/>
        <a:p>
          <a:endParaRPr lang="en-US"/>
        </a:p>
      </dgm:t>
    </dgm:pt>
    <dgm:pt modelId="{6A91BAF2-4824-4898-B01B-74FB374210D7}" type="sibTrans" cxnId="{8FF184ED-94B2-4BCD-9517-DCB72EE7AB49}">
      <dgm:prSet/>
      <dgm:spPr/>
      <dgm:t>
        <a:bodyPr/>
        <a:lstStyle/>
        <a:p>
          <a:endParaRPr lang="en-US"/>
        </a:p>
      </dgm:t>
    </dgm:pt>
    <dgm:pt modelId="{40882685-6605-4AB8-97F4-59898E7C5E92}">
      <dgm:prSet custT="1"/>
      <dgm:spPr/>
      <dgm:t>
        <a:bodyPr/>
        <a:lstStyle/>
        <a:p>
          <a:pPr algn="ctr"/>
          <a:r>
            <a:rPr lang="ar-MA" sz="2800" b="1">
              <a:solidFill>
                <a:schemeClr val="tx1">
                  <a:lumMod val="75000"/>
                  <a:lumOff val="25000"/>
                </a:schemeClr>
              </a:solidFill>
            </a:rPr>
            <a:t>- التخطيط المدروس والشورى الفعالة</a:t>
          </a:r>
          <a:endParaRPr lang="en-US" sz="2800" b="1">
            <a:solidFill>
              <a:schemeClr val="tx1">
                <a:lumMod val="75000"/>
                <a:lumOff val="25000"/>
              </a:schemeClr>
            </a:solidFill>
          </a:endParaRPr>
        </a:p>
      </dgm:t>
    </dgm:pt>
    <dgm:pt modelId="{A360E411-DEBC-48EA-89D1-AD0291B465D3}" type="parTrans" cxnId="{9B34A480-BCEE-4761-9D86-8073EDA701FA}">
      <dgm:prSet/>
      <dgm:spPr/>
      <dgm:t>
        <a:bodyPr/>
        <a:lstStyle/>
        <a:p>
          <a:endParaRPr lang="en-US"/>
        </a:p>
      </dgm:t>
    </dgm:pt>
    <dgm:pt modelId="{8D010C77-5F33-422B-A936-4F622F2D664F}" type="sibTrans" cxnId="{9B34A480-BCEE-4761-9D86-8073EDA701FA}">
      <dgm:prSet/>
      <dgm:spPr/>
      <dgm:t>
        <a:bodyPr/>
        <a:lstStyle/>
        <a:p>
          <a:endParaRPr lang="en-US"/>
        </a:p>
      </dgm:t>
    </dgm:pt>
    <dgm:pt modelId="{AC4D7E68-A515-489D-8BAF-5BD7042CEF4B}">
      <dgm:prSet custT="1"/>
      <dgm:spPr/>
      <dgm:t>
        <a:bodyPr/>
        <a:lstStyle/>
        <a:p>
          <a:pPr algn="ctr"/>
          <a:r>
            <a:rPr lang="ar-MA" sz="2800" b="1">
              <a:solidFill>
                <a:schemeClr val="tx1">
                  <a:lumMod val="75000"/>
                  <a:lumOff val="25000"/>
                </a:schemeClr>
              </a:solidFill>
            </a:rPr>
            <a:t>- الإيمان القوي والثقة بنصر الله</a:t>
          </a:r>
          <a:endParaRPr lang="en-US" sz="2800" b="1">
            <a:solidFill>
              <a:schemeClr val="tx1">
                <a:lumMod val="75000"/>
                <a:lumOff val="25000"/>
              </a:schemeClr>
            </a:solidFill>
          </a:endParaRPr>
        </a:p>
      </dgm:t>
    </dgm:pt>
    <dgm:pt modelId="{2A364667-3813-484B-9229-A4154ACDAB3C}" type="parTrans" cxnId="{E51CE8DE-B911-404E-8150-4038AEFFC198}">
      <dgm:prSet/>
      <dgm:spPr/>
      <dgm:t>
        <a:bodyPr/>
        <a:lstStyle/>
        <a:p>
          <a:endParaRPr lang="en-US"/>
        </a:p>
      </dgm:t>
    </dgm:pt>
    <dgm:pt modelId="{4B1AE62A-675D-43E5-97F8-7BC68951B025}" type="sibTrans" cxnId="{E51CE8DE-B911-404E-8150-4038AEFFC198}">
      <dgm:prSet/>
      <dgm:spPr/>
      <dgm:t>
        <a:bodyPr/>
        <a:lstStyle/>
        <a:p>
          <a:endParaRPr lang="en-US"/>
        </a:p>
      </dgm:t>
    </dgm:pt>
    <dgm:pt modelId="{0BAE5CD0-7D53-4F4F-BAD0-BF357D217CA2}">
      <dgm:prSet custT="1"/>
      <dgm:spPr/>
      <dgm:t>
        <a:bodyPr/>
        <a:lstStyle/>
        <a:p>
          <a:pPr algn="ctr"/>
          <a:r>
            <a:rPr lang="ar-MA" sz="2800" b="1">
              <a:solidFill>
                <a:schemeClr val="tx1">
                  <a:lumMod val="75000"/>
                  <a:lumOff val="25000"/>
                </a:schemeClr>
              </a:solidFill>
            </a:rPr>
            <a:t>- الإعداد المادي والمعنوي المتكامل</a:t>
          </a:r>
          <a:endParaRPr lang="en-US" sz="2800" b="1">
            <a:solidFill>
              <a:schemeClr val="tx1">
                <a:lumMod val="75000"/>
                <a:lumOff val="25000"/>
              </a:schemeClr>
            </a:solidFill>
          </a:endParaRPr>
        </a:p>
      </dgm:t>
    </dgm:pt>
    <dgm:pt modelId="{7DFF4594-2B34-4681-91BB-08C385BAA862}" type="parTrans" cxnId="{A8F7B693-0900-4971-9663-5B03CD7C1B5F}">
      <dgm:prSet/>
      <dgm:spPr/>
      <dgm:t>
        <a:bodyPr/>
        <a:lstStyle/>
        <a:p>
          <a:endParaRPr lang="en-US"/>
        </a:p>
      </dgm:t>
    </dgm:pt>
    <dgm:pt modelId="{863F20E7-A0A5-4B92-92DD-DD1335F7FCB7}" type="sibTrans" cxnId="{A8F7B693-0900-4971-9663-5B03CD7C1B5F}">
      <dgm:prSet/>
      <dgm:spPr/>
      <dgm:t>
        <a:bodyPr/>
        <a:lstStyle/>
        <a:p>
          <a:endParaRPr lang="en-US"/>
        </a:p>
      </dgm:t>
    </dgm:pt>
    <dgm:pt modelId="{27AEC2E1-EFD5-425E-BF1C-A8826AD0E0AC}">
      <dgm:prSet custT="1"/>
      <dgm:spPr/>
      <dgm:t>
        <a:bodyPr/>
        <a:lstStyle/>
        <a:p>
          <a:pPr algn="ctr"/>
          <a:r>
            <a:rPr lang="ar-MA" sz="2800" b="1" dirty="0">
              <a:solidFill>
                <a:schemeClr val="tx1">
                  <a:lumMod val="75000"/>
                  <a:lumOff val="25000"/>
                </a:schemeClr>
              </a:solidFill>
            </a:rPr>
            <a:t>- التضحية والإيثار في سبيل المبادئ</a:t>
          </a:r>
          <a:endParaRPr lang="en-US" sz="2800" b="1" dirty="0">
            <a:solidFill>
              <a:schemeClr val="tx1">
                <a:lumMod val="75000"/>
                <a:lumOff val="25000"/>
              </a:schemeClr>
            </a:solidFill>
          </a:endParaRPr>
        </a:p>
      </dgm:t>
    </dgm:pt>
    <dgm:pt modelId="{20F2904F-38D0-4E92-8A6B-A2724AD3E882}" type="parTrans" cxnId="{F1537727-E805-42B4-A451-9986B70BA052}">
      <dgm:prSet/>
      <dgm:spPr/>
      <dgm:t>
        <a:bodyPr/>
        <a:lstStyle/>
        <a:p>
          <a:endParaRPr lang="en-US"/>
        </a:p>
      </dgm:t>
    </dgm:pt>
    <dgm:pt modelId="{4ACA1679-ADF1-4340-B7DD-56AD1847068B}" type="sibTrans" cxnId="{F1537727-E805-42B4-A451-9986B70BA052}">
      <dgm:prSet/>
      <dgm:spPr/>
      <dgm:t>
        <a:bodyPr/>
        <a:lstStyle/>
        <a:p>
          <a:endParaRPr lang="en-US"/>
        </a:p>
      </dgm:t>
    </dgm:pt>
    <dgm:pt modelId="{2647EA7B-37EE-4803-A9D3-5DF232FC6A91}">
      <dgm:prSet custT="1"/>
      <dgm:spPr/>
      <dgm:t>
        <a:bodyPr/>
        <a:lstStyle/>
        <a:p>
          <a:pPr algn="ctr"/>
          <a:r>
            <a:rPr lang="ar-MA" sz="2800" b="1">
              <a:solidFill>
                <a:schemeClr val="tx1">
                  <a:lumMod val="75000"/>
                  <a:lumOff val="25000"/>
                </a:schemeClr>
              </a:solidFill>
            </a:rPr>
            <a:t>- العدل والرحمة كقيم أساسية</a:t>
          </a:r>
          <a:endParaRPr lang="en-US" sz="2800" b="1">
            <a:solidFill>
              <a:schemeClr val="tx1">
                <a:lumMod val="75000"/>
                <a:lumOff val="25000"/>
              </a:schemeClr>
            </a:solidFill>
          </a:endParaRPr>
        </a:p>
      </dgm:t>
    </dgm:pt>
    <dgm:pt modelId="{D4798BC1-5746-4FB6-9AB5-F490159E1774}" type="parTrans" cxnId="{52596F66-60EA-49F5-B5B6-47D70C17438E}">
      <dgm:prSet/>
      <dgm:spPr/>
      <dgm:t>
        <a:bodyPr/>
        <a:lstStyle/>
        <a:p>
          <a:endParaRPr lang="en-US"/>
        </a:p>
      </dgm:t>
    </dgm:pt>
    <dgm:pt modelId="{F4031116-85CA-4B99-BDE2-EBCC31542D57}" type="sibTrans" cxnId="{52596F66-60EA-49F5-B5B6-47D70C17438E}">
      <dgm:prSet/>
      <dgm:spPr/>
      <dgm:t>
        <a:bodyPr/>
        <a:lstStyle/>
        <a:p>
          <a:endParaRPr lang="en-US"/>
        </a:p>
      </dgm:t>
    </dgm:pt>
    <dgm:pt modelId="{079ECF4E-1268-41B6-8A9E-B69D7FE2B340}">
      <dgm:prSet custT="1"/>
      <dgm:spPr/>
      <dgm:t>
        <a:bodyPr/>
        <a:lstStyle/>
        <a:p>
          <a:pPr algn="ctr"/>
          <a:r>
            <a:rPr lang="ar-MA" sz="2800" b="1">
              <a:solidFill>
                <a:schemeClr val="tx1">
                  <a:lumMod val="75000"/>
                  <a:lumOff val="25000"/>
                </a:schemeClr>
              </a:solidFill>
            </a:rPr>
            <a:t>- القيادة الحكيمة والقدوة العملية</a:t>
          </a:r>
          <a:endParaRPr lang="en-US" sz="2800" b="1">
            <a:solidFill>
              <a:schemeClr val="tx1">
                <a:lumMod val="75000"/>
                <a:lumOff val="25000"/>
              </a:schemeClr>
            </a:solidFill>
          </a:endParaRPr>
        </a:p>
      </dgm:t>
    </dgm:pt>
    <dgm:pt modelId="{D47E292F-6F88-4AAC-9DDE-0B205929DE22}" type="parTrans" cxnId="{61D91205-B2AB-4890-988D-10FCA8F8FA69}">
      <dgm:prSet/>
      <dgm:spPr/>
      <dgm:t>
        <a:bodyPr/>
        <a:lstStyle/>
        <a:p>
          <a:endParaRPr lang="en-US"/>
        </a:p>
      </dgm:t>
    </dgm:pt>
    <dgm:pt modelId="{0244BBBF-9112-42FF-A122-8C5E096BC880}" type="sibTrans" cxnId="{61D91205-B2AB-4890-988D-10FCA8F8FA69}">
      <dgm:prSet/>
      <dgm:spPr/>
      <dgm:t>
        <a:bodyPr/>
        <a:lstStyle/>
        <a:p>
          <a:endParaRPr lang="en-US"/>
        </a:p>
      </dgm:t>
    </dgm:pt>
    <dgm:pt modelId="{D20E51C0-CF11-478C-924D-0ABBC81EE702}">
      <dgm:prSet custT="1"/>
      <dgm:spPr/>
      <dgm:t>
        <a:bodyPr/>
        <a:lstStyle/>
        <a:p>
          <a:pPr algn="ctr"/>
          <a:r>
            <a:rPr lang="ar-MA" sz="2800" b="1">
              <a:solidFill>
                <a:schemeClr val="tx1">
                  <a:lumMod val="75000"/>
                  <a:lumOff val="25000"/>
                </a:schemeClr>
              </a:solidFill>
            </a:rPr>
            <a:t>- التطبيق المعاصر:</a:t>
          </a:r>
          <a:endParaRPr lang="en-US" sz="2800" b="1">
            <a:solidFill>
              <a:schemeClr val="tx1">
                <a:lumMod val="75000"/>
                <a:lumOff val="25000"/>
              </a:schemeClr>
            </a:solidFill>
          </a:endParaRPr>
        </a:p>
      </dgm:t>
    </dgm:pt>
    <dgm:pt modelId="{BE0ED4BF-D940-4C4C-8631-289177413BFE}" type="parTrans" cxnId="{5108134C-D757-4E51-AB5C-1C2F84D0B814}">
      <dgm:prSet/>
      <dgm:spPr/>
      <dgm:t>
        <a:bodyPr/>
        <a:lstStyle/>
        <a:p>
          <a:endParaRPr lang="en-US"/>
        </a:p>
      </dgm:t>
    </dgm:pt>
    <dgm:pt modelId="{2E92354D-35C6-4C69-B9CE-A65C063373F4}" type="sibTrans" cxnId="{5108134C-D757-4E51-AB5C-1C2F84D0B814}">
      <dgm:prSet/>
      <dgm:spPr/>
      <dgm:t>
        <a:bodyPr/>
        <a:lstStyle/>
        <a:p>
          <a:endParaRPr lang="en-US"/>
        </a:p>
      </dgm:t>
    </dgm:pt>
    <dgm:pt modelId="{3DDBC936-BB78-4520-BE2D-95013BEDDA40}">
      <dgm:prSet custT="1"/>
      <dgm:spPr/>
      <dgm:t>
        <a:bodyPr/>
        <a:lstStyle/>
        <a:p>
          <a:pPr algn="ctr"/>
          <a:r>
            <a:rPr lang="ar-MA" sz="2400" b="1" dirty="0">
              <a:solidFill>
                <a:schemeClr val="tx1">
                  <a:lumMod val="75000"/>
                  <a:lumOff val="25000"/>
                </a:schemeClr>
              </a:solidFill>
            </a:rPr>
            <a:t>- غزوة بدر ليست مجرد حدث تاريخي بل نموذج عملي للنجاح في كل مجالات الحياة</a:t>
          </a:r>
          <a:endParaRPr lang="en-US" sz="2400" b="1" dirty="0">
            <a:solidFill>
              <a:schemeClr val="tx1">
                <a:lumMod val="75000"/>
                <a:lumOff val="25000"/>
              </a:schemeClr>
            </a:solidFill>
          </a:endParaRPr>
        </a:p>
      </dgm:t>
    </dgm:pt>
    <dgm:pt modelId="{5EFCD3E7-B5B6-4140-9FB3-8948E89BEE8D}" type="parTrans" cxnId="{2D757CAD-6995-4A49-B05E-870C025937F3}">
      <dgm:prSet/>
      <dgm:spPr/>
      <dgm:t>
        <a:bodyPr/>
        <a:lstStyle/>
        <a:p>
          <a:endParaRPr lang="en-US"/>
        </a:p>
      </dgm:t>
    </dgm:pt>
    <dgm:pt modelId="{B49D734D-5493-4877-8E91-27FECF4E4F02}" type="sibTrans" cxnId="{2D757CAD-6995-4A49-B05E-870C025937F3}">
      <dgm:prSet/>
      <dgm:spPr/>
      <dgm:t>
        <a:bodyPr/>
        <a:lstStyle/>
        <a:p>
          <a:endParaRPr lang="en-US"/>
        </a:p>
      </dgm:t>
    </dgm:pt>
    <dgm:pt modelId="{C768EDDD-B691-494E-9757-0342EC917D8A}">
      <dgm:prSet custT="1"/>
      <dgm:spPr/>
      <dgm:t>
        <a:bodyPr/>
        <a:lstStyle/>
        <a:p>
          <a:pPr algn="ctr"/>
          <a:r>
            <a:rPr lang="ar-MA" sz="2800" b="1" dirty="0">
              <a:solidFill>
                <a:schemeClr val="tx1">
                  <a:lumMod val="75000"/>
                  <a:lumOff val="25000"/>
                </a:schemeClr>
              </a:solidFill>
            </a:rPr>
            <a:t>- استلهام قيم بدر للنهوض الحضاري</a:t>
          </a:r>
          <a:endParaRPr lang="en-US" sz="2800" b="1" dirty="0">
            <a:solidFill>
              <a:schemeClr val="tx1">
                <a:lumMod val="75000"/>
                <a:lumOff val="25000"/>
              </a:schemeClr>
            </a:solidFill>
          </a:endParaRPr>
        </a:p>
      </dgm:t>
    </dgm:pt>
    <dgm:pt modelId="{C4BD42ED-E2CA-45B1-A3ED-9B3DC0B0EEF5}" type="parTrans" cxnId="{1BE0245F-D91B-45EF-BAFA-8E2CE49AC87F}">
      <dgm:prSet/>
      <dgm:spPr/>
      <dgm:t>
        <a:bodyPr/>
        <a:lstStyle/>
        <a:p>
          <a:endParaRPr lang="en-US"/>
        </a:p>
      </dgm:t>
    </dgm:pt>
    <dgm:pt modelId="{AF4DE6D2-B00A-4BCE-892A-DAFF0B6897AF}" type="sibTrans" cxnId="{1BE0245F-D91B-45EF-BAFA-8E2CE49AC87F}">
      <dgm:prSet/>
      <dgm:spPr/>
      <dgm:t>
        <a:bodyPr/>
        <a:lstStyle/>
        <a:p>
          <a:endParaRPr lang="en-US"/>
        </a:p>
      </dgm:t>
    </dgm:pt>
    <dgm:pt modelId="{786469E8-D86A-49BD-902F-0B76E400FE5A}" type="pres">
      <dgm:prSet presAssocID="{CE0256BF-466F-4011-8F80-BD7111274DAC}" presName="vert0" presStyleCnt="0">
        <dgm:presLayoutVars>
          <dgm:dir/>
          <dgm:animOne val="branch"/>
          <dgm:animLvl val="lvl"/>
        </dgm:presLayoutVars>
      </dgm:prSet>
      <dgm:spPr/>
    </dgm:pt>
    <dgm:pt modelId="{4AE0A111-5B2A-4D24-9130-AFC3A4434B1C}" type="pres">
      <dgm:prSet presAssocID="{D8D85F79-18B2-42B3-8002-36412DE23DB7}" presName="thickLine" presStyleLbl="alignNode1" presStyleIdx="0" presStyleCnt="10"/>
      <dgm:spPr/>
    </dgm:pt>
    <dgm:pt modelId="{D0CC306C-47E6-48DD-A252-A4B2C291E7B7}" type="pres">
      <dgm:prSet presAssocID="{D8D85F79-18B2-42B3-8002-36412DE23DB7}" presName="horz1" presStyleCnt="0"/>
      <dgm:spPr/>
    </dgm:pt>
    <dgm:pt modelId="{D59A9A27-7683-4B0F-860E-E1BC69D033AB}" type="pres">
      <dgm:prSet presAssocID="{D8D85F79-18B2-42B3-8002-36412DE23DB7}" presName="tx1" presStyleLbl="revTx" presStyleIdx="0" presStyleCnt="10" custScaleY="1000244"/>
      <dgm:spPr/>
    </dgm:pt>
    <dgm:pt modelId="{15DF965C-BDD3-4799-AD76-856C61E51BA9}" type="pres">
      <dgm:prSet presAssocID="{D8D85F79-18B2-42B3-8002-36412DE23DB7}" presName="vert1" presStyleCnt="0"/>
      <dgm:spPr/>
    </dgm:pt>
    <dgm:pt modelId="{BA318293-5ECB-4F77-A5ED-C685456A64E2}" type="pres">
      <dgm:prSet presAssocID="{40882685-6605-4AB8-97F4-59898E7C5E92}" presName="thickLine" presStyleLbl="alignNode1" presStyleIdx="1" presStyleCnt="10"/>
      <dgm:spPr/>
    </dgm:pt>
    <dgm:pt modelId="{D9A97CE7-ACAF-4947-9EA5-E15412B2BF66}" type="pres">
      <dgm:prSet presAssocID="{40882685-6605-4AB8-97F4-59898E7C5E92}" presName="horz1" presStyleCnt="0"/>
      <dgm:spPr/>
    </dgm:pt>
    <dgm:pt modelId="{27B4ABA3-0F42-4A15-BFEB-CE67DABBA273}" type="pres">
      <dgm:prSet presAssocID="{40882685-6605-4AB8-97F4-59898E7C5E92}" presName="tx1" presStyleLbl="revTx" presStyleIdx="1" presStyleCnt="10" custScaleY="1000244"/>
      <dgm:spPr/>
    </dgm:pt>
    <dgm:pt modelId="{EB2E5AA2-7A0B-4656-98B1-692D0E15E3F0}" type="pres">
      <dgm:prSet presAssocID="{40882685-6605-4AB8-97F4-59898E7C5E92}" presName="vert1" presStyleCnt="0"/>
      <dgm:spPr/>
    </dgm:pt>
    <dgm:pt modelId="{3E7EF708-A5FC-4DCF-AF97-9705A035E70C}" type="pres">
      <dgm:prSet presAssocID="{AC4D7E68-A515-489D-8BAF-5BD7042CEF4B}" presName="thickLine" presStyleLbl="alignNode1" presStyleIdx="2" presStyleCnt="10"/>
      <dgm:spPr/>
    </dgm:pt>
    <dgm:pt modelId="{E5BEADA6-5C75-4219-807E-DC8C7BB7E04C}" type="pres">
      <dgm:prSet presAssocID="{AC4D7E68-A515-489D-8BAF-5BD7042CEF4B}" presName="horz1" presStyleCnt="0"/>
      <dgm:spPr/>
    </dgm:pt>
    <dgm:pt modelId="{235B6003-C85F-4241-A284-1BD1B8503091}" type="pres">
      <dgm:prSet presAssocID="{AC4D7E68-A515-489D-8BAF-5BD7042CEF4B}" presName="tx1" presStyleLbl="revTx" presStyleIdx="2" presStyleCnt="10" custScaleY="1000244"/>
      <dgm:spPr/>
    </dgm:pt>
    <dgm:pt modelId="{5CF8CA18-0001-4EA4-ABC1-3715B1F42F93}" type="pres">
      <dgm:prSet presAssocID="{AC4D7E68-A515-489D-8BAF-5BD7042CEF4B}" presName="vert1" presStyleCnt="0"/>
      <dgm:spPr/>
    </dgm:pt>
    <dgm:pt modelId="{BBEE98E6-CA4E-4EBB-A3E7-9F1442EAD994}" type="pres">
      <dgm:prSet presAssocID="{0BAE5CD0-7D53-4F4F-BAD0-BF357D217CA2}" presName="thickLine" presStyleLbl="alignNode1" presStyleIdx="3" presStyleCnt="10"/>
      <dgm:spPr/>
    </dgm:pt>
    <dgm:pt modelId="{52ABC725-2397-451D-B47D-9E29063FD89B}" type="pres">
      <dgm:prSet presAssocID="{0BAE5CD0-7D53-4F4F-BAD0-BF357D217CA2}" presName="horz1" presStyleCnt="0"/>
      <dgm:spPr/>
    </dgm:pt>
    <dgm:pt modelId="{EC41B5BC-99B7-42A6-800F-E07891A7B7D2}" type="pres">
      <dgm:prSet presAssocID="{0BAE5CD0-7D53-4F4F-BAD0-BF357D217CA2}" presName="tx1" presStyleLbl="revTx" presStyleIdx="3" presStyleCnt="10" custScaleY="1000244"/>
      <dgm:spPr/>
    </dgm:pt>
    <dgm:pt modelId="{328E3E66-27C9-4980-98A9-3AFEEA624385}" type="pres">
      <dgm:prSet presAssocID="{0BAE5CD0-7D53-4F4F-BAD0-BF357D217CA2}" presName="vert1" presStyleCnt="0"/>
      <dgm:spPr/>
    </dgm:pt>
    <dgm:pt modelId="{E52BC2E9-CBBC-41F3-9805-2F2773E4E1F3}" type="pres">
      <dgm:prSet presAssocID="{27AEC2E1-EFD5-425E-BF1C-A8826AD0E0AC}" presName="thickLine" presStyleLbl="alignNode1" presStyleIdx="4" presStyleCnt="10"/>
      <dgm:spPr/>
    </dgm:pt>
    <dgm:pt modelId="{DE7078E0-513C-4808-83FF-257DE123D8CA}" type="pres">
      <dgm:prSet presAssocID="{27AEC2E1-EFD5-425E-BF1C-A8826AD0E0AC}" presName="horz1" presStyleCnt="0"/>
      <dgm:spPr/>
    </dgm:pt>
    <dgm:pt modelId="{F83D16D4-56EE-4DB9-8947-6D4E41CCB6DC}" type="pres">
      <dgm:prSet presAssocID="{27AEC2E1-EFD5-425E-BF1C-A8826AD0E0AC}" presName="tx1" presStyleLbl="revTx" presStyleIdx="4" presStyleCnt="10" custScaleY="1000244"/>
      <dgm:spPr/>
    </dgm:pt>
    <dgm:pt modelId="{B89D828C-5975-4D30-854E-C63548E3B6E7}" type="pres">
      <dgm:prSet presAssocID="{27AEC2E1-EFD5-425E-BF1C-A8826AD0E0AC}" presName="vert1" presStyleCnt="0"/>
      <dgm:spPr/>
    </dgm:pt>
    <dgm:pt modelId="{23C9CD11-9409-42CE-8FEF-73942375EA1D}" type="pres">
      <dgm:prSet presAssocID="{2647EA7B-37EE-4803-A9D3-5DF232FC6A91}" presName="thickLine" presStyleLbl="alignNode1" presStyleIdx="5" presStyleCnt="10"/>
      <dgm:spPr/>
    </dgm:pt>
    <dgm:pt modelId="{70C873E5-C8BB-47C1-80D7-4ED539D29715}" type="pres">
      <dgm:prSet presAssocID="{2647EA7B-37EE-4803-A9D3-5DF232FC6A91}" presName="horz1" presStyleCnt="0"/>
      <dgm:spPr/>
    </dgm:pt>
    <dgm:pt modelId="{838C6C28-DB54-40AB-9E2E-FEA0237496C2}" type="pres">
      <dgm:prSet presAssocID="{2647EA7B-37EE-4803-A9D3-5DF232FC6A91}" presName="tx1" presStyleLbl="revTx" presStyleIdx="5" presStyleCnt="10" custScaleY="1000244"/>
      <dgm:spPr/>
    </dgm:pt>
    <dgm:pt modelId="{941F0754-EFC7-4D32-BCE0-16F2FA2685BF}" type="pres">
      <dgm:prSet presAssocID="{2647EA7B-37EE-4803-A9D3-5DF232FC6A91}" presName="vert1" presStyleCnt="0"/>
      <dgm:spPr/>
    </dgm:pt>
    <dgm:pt modelId="{5296E9C5-9B42-4B69-82AE-4D1F2CB5B573}" type="pres">
      <dgm:prSet presAssocID="{079ECF4E-1268-41B6-8A9E-B69D7FE2B340}" presName="thickLine" presStyleLbl="alignNode1" presStyleIdx="6" presStyleCnt="10"/>
      <dgm:spPr/>
    </dgm:pt>
    <dgm:pt modelId="{1B964DB7-5E05-4CBB-8618-D70EB7E1175E}" type="pres">
      <dgm:prSet presAssocID="{079ECF4E-1268-41B6-8A9E-B69D7FE2B340}" presName="horz1" presStyleCnt="0"/>
      <dgm:spPr/>
    </dgm:pt>
    <dgm:pt modelId="{2362778F-D850-478B-92CA-5B802C1749E9}" type="pres">
      <dgm:prSet presAssocID="{079ECF4E-1268-41B6-8A9E-B69D7FE2B340}" presName="tx1" presStyleLbl="revTx" presStyleIdx="6" presStyleCnt="10" custScaleY="1000244"/>
      <dgm:spPr/>
    </dgm:pt>
    <dgm:pt modelId="{FA416FB3-C9D4-4B2F-AAAF-C0EA563E7E7B}" type="pres">
      <dgm:prSet presAssocID="{079ECF4E-1268-41B6-8A9E-B69D7FE2B340}" presName="vert1" presStyleCnt="0"/>
      <dgm:spPr/>
    </dgm:pt>
    <dgm:pt modelId="{2665BCA6-822A-482E-8DDD-B9742E5D3DB7}" type="pres">
      <dgm:prSet presAssocID="{D20E51C0-CF11-478C-924D-0ABBC81EE702}" presName="thickLine" presStyleLbl="alignNode1" presStyleIdx="7" presStyleCnt="10"/>
      <dgm:spPr/>
    </dgm:pt>
    <dgm:pt modelId="{2E295FD9-7510-4968-926C-29D47FE2EE6C}" type="pres">
      <dgm:prSet presAssocID="{D20E51C0-CF11-478C-924D-0ABBC81EE702}" presName="horz1" presStyleCnt="0"/>
      <dgm:spPr/>
    </dgm:pt>
    <dgm:pt modelId="{A8334E21-EBF3-4A76-9192-4C6637112DB7}" type="pres">
      <dgm:prSet presAssocID="{D20E51C0-CF11-478C-924D-0ABBC81EE702}" presName="tx1" presStyleLbl="revTx" presStyleIdx="7" presStyleCnt="10" custScaleY="1000244"/>
      <dgm:spPr/>
    </dgm:pt>
    <dgm:pt modelId="{64DF8DC9-D46D-4544-9048-B9BA88FFFA7F}" type="pres">
      <dgm:prSet presAssocID="{D20E51C0-CF11-478C-924D-0ABBC81EE702}" presName="vert1" presStyleCnt="0"/>
      <dgm:spPr/>
    </dgm:pt>
    <dgm:pt modelId="{0BF83CD1-CD8A-4DD0-A3E5-7EBDFFA36537}" type="pres">
      <dgm:prSet presAssocID="{3DDBC936-BB78-4520-BE2D-95013BEDDA40}" presName="thickLine" presStyleLbl="alignNode1" presStyleIdx="8" presStyleCnt="10"/>
      <dgm:spPr/>
    </dgm:pt>
    <dgm:pt modelId="{C63B7FD5-8648-4275-8404-AE930A0D0DAB}" type="pres">
      <dgm:prSet presAssocID="{3DDBC936-BB78-4520-BE2D-95013BEDDA40}" presName="horz1" presStyleCnt="0"/>
      <dgm:spPr/>
    </dgm:pt>
    <dgm:pt modelId="{EE60D0FF-442B-4B76-BBB1-3B35F928B4DF}" type="pres">
      <dgm:prSet presAssocID="{3DDBC936-BB78-4520-BE2D-95013BEDDA40}" presName="tx1" presStyleLbl="revTx" presStyleIdx="8" presStyleCnt="10" custScaleY="1000244"/>
      <dgm:spPr/>
    </dgm:pt>
    <dgm:pt modelId="{40A6C323-8249-4380-9580-B64F7FDD5A9A}" type="pres">
      <dgm:prSet presAssocID="{3DDBC936-BB78-4520-BE2D-95013BEDDA40}" presName="vert1" presStyleCnt="0"/>
      <dgm:spPr/>
    </dgm:pt>
    <dgm:pt modelId="{EC9B20BD-8463-4018-BD98-3D0E78E6D501}" type="pres">
      <dgm:prSet presAssocID="{C768EDDD-B691-494E-9757-0342EC917D8A}" presName="thickLine" presStyleLbl="alignNode1" presStyleIdx="9" presStyleCnt="10"/>
      <dgm:spPr/>
    </dgm:pt>
    <dgm:pt modelId="{81638C21-A5F9-42BA-862B-09B5AC5E9479}" type="pres">
      <dgm:prSet presAssocID="{C768EDDD-B691-494E-9757-0342EC917D8A}" presName="horz1" presStyleCnt="0"/>
      <dgm:spPr/>
    </dgm:pt>
    <dgm:pt modelId="{E15613CC-731C-46EE-9D94-733AE823164E}" type="pres">
      <dgm:prSet presAssocID="{C768EDDD-B691-494E-9757-0342EC917D8A}" presName="tx1" presStyleLbl="revTx" presStyleIdx="9" presStyleCnt="10" custScaleY="1000244"/>
      <dgm:spPr/>
    </dgm:pt>
    <dgm:pt modelId="{84A3F9F9-7A9A-4D12-9638-FB46CF06187B}" type="pres">
      <dgm:prSet presAssocID="{C768EDDD-B691-494E-9757-0342EC917D8A}" presName="vert1" presStyleCnt="0"/>
      <dgm:spPr/>
    </dgm:pt>
  </dgm:ptLst>
  <dgm:cxnLst>
    <dgm:cxn modelId="{61D91205-B2AB-4890-988D-10FCA8F8FA69}" srcId="{CE0256BF-466F-4011-8F80-BD7111274DAC}" destId="{079ECF4E-1268-41B6-8A9E-B69D7FE2B340}" srcOrd="6" destOrd="0" parTransId="{D47E292F-6F88-4AAC-9DDE-0B205929DE22}" sibTransId="{0244BBBF-9112-42FF-A122-8C5E096BC880}"/>
    <dgm:cxn modelId="{C9E7900B-7FCB-4668-86FB-62DEB85C5851}" type="presOf" srcId="{079ECF4E-1268-41B6-8A9E-B69D7FE2B340}" destId="{2362778F-D850-478B-92CA-5B802C1749E9}" srcOrd="0" destOrd="0" presId="urn:microsoft.com/office/officeart/2008/layout/LinedList"/>
    <dgm:cxn modelId="{EAC6781E-6C82-46A9-B1A7-297F23EC5CCE}" type="presOf" srcId="{0BAE5CD0-7D53-4F4F-BAD0-BF357D217CA2}" destId="{EC41B5BC-99B7-42A6-800F-E07891A7B7D2}" srcOrd="0" destOrd="0" presId="urn:microsoft.com/office/officeart/2008/layout/LinedList"/>
    <dgm:cxn modelId="{98C29325-87D8-4086-BE20-5884A9DCCF49}" type="presOf" srcId="{C768EDDD-B691-494E-9757-0342EC917D8A}" destId="{E15613CC-731C-46EE-9D94-733AE823164E}" srcOrd="0" destOrd="0" presId="urn:microsoft.com/office/officeart/2008/layout/LinedList"/>
    <dgm:cxn modelId="{F1537727-E805-42B4-A451-9986B70BA052}" srcId="{CE0256BF-466F-4011-8F80-BD7111274DAC}" destId="{27AEC2E1-EFD5-425E-BF1C-A8826AD0E0AC}" srcOrd="4" destOrd="0" parTransId="{20F2904F-38D0-4E92-8A6B-A2724AD3E882}" sibTransId="{4ACA1679-ADF1-4340-B7DD-56AD1847068B}"/>
    <dgm:cxn modelId="{36698F32-2581-483F-BDED-016EF6CFB76D}" type="presOf" srcId="{2647EA7B-37EE-4803-A9D3-5DF232FC6A91}" destId="{838C6C28-DB54-40AB-9E2E-FEA0237496C2}" srcOrd="0" destOrd="0" presId="urn:microsoft.com/office/officeart/2008/layout/LinedList"/>
    <dgm:cxn modelId="{AE91EC37-8D28-4BFB-9993-369E30145904}" type="presOf" srcId="{AC4D7E68-A515-489D-8BAF-5BD7042CEF4B}" destId="{235B6003-C85F-4241-A284-1BD1B8503091}" srcOrd="0" destOrd="0" presId="urn:microsoft.com/office/officeart/2008/layout/LinedList"/>
    <dgm:cxn modelId="{B13F9039-4B95-4429-A8C2-E0F3ECA3939D}" type="presOf" srcId="{D8D85F79-18B2-42B3-8002-36412DE23DB7}" destId="{D59A9A27-7683-4B0F-860E-E1BC69D033AB}" srcOrd="0" destOrd="0" presId="urn:microsoft.com/office/officeart/2008/layout/LinedList"/>
    <dgm:cxn modelId="{1BE0245F-D91B-45EF-BAFA-8E2CE49AC87F}" srcId="{CE0256BF-466F-4011-8F80-BD7111274DAC}" destId="{C768EDDD-B691-494E-9757-0342EC917D8A}" srcOrd="9" destOrd="0" parTransId="{C4BD42ED-E2CA-45B1-A3ED-9B3DC0B0EEF5}" sibTransId="{AF4DE6D2-B00A-4BCE-892A-DAFF0B6897AF}"/>
    <dgm:cxn modelId="{F33CF561-1AA2-4C87-8634-0C86F5700E01}" type="presOf" srcId="{3DDBC936-BB78-4520-BE2D-95013BEDDA40}" destId="{EE60D0FF-442B-4B76-BBB1-3B35F928B4DF}" srcOrd="0" destOrd="0" presId="urn:microsoft.com/office/officeart/2008/layout/LinedList"/>
    <dgm:cxn modelId="{52596F66-60EA-49F5-B5B6-47D70C17438E}" srcId="{CE0256BF-466F-4011-8F80-BD7111274DAC}" destId="{2647EA7B-37EE-4803-A9D3-5DF232FC6A91}" srcOrd="5" destOrd="0" parTransId="{D4798BC1-5746-4FB6-9AB5-F490159E1774}" sibTransId="{F4031116-85CA-4B99-BDE2-EBCC31542D57}"/>
    <dgm:cxn modelId="{5108134C-D757-4E51-AB5C-1C2F84D0B814}" srcId="{CE0256BF-466F-4011-8F80-BD7111274DAC}" destId="{D20E51C0-CF11-478C-924D-0ABBC81EE702}" srcOrd="7" destOrd="0" parTransId="{BE0ED4BF-D940-4C4C-8631-289177413BFE}" sibTransId="{2E92354D-35C6-4C69-B9CE-A65C063373F4}"/>
    <dgm:cxn modelId="{9B34A480-BCEE-4761-9D86-8073EDA701FA}" srcId="{CE0256BF-466F-4011-8F80-BD7111274DAC}" destId="{40882685-6605-4AB8-97F4-59898E7C5E92}" srcOrd="1" destOrd="0" parTransId="{A360E411-DEBC-48EA-89D1-AD0291B465D3}" sibTransId="{8D010C77-5F33-422B-A936-4F622F2D664F}"/>
    <dgm:cxn modelId="{A8F7B693-0900-4971-9663-5B03CD7C1B5F}" srcId="{CE0256BF-466F-4011-8F80-BD7111274DAC}" destId="{0BAE5CD0-7D53-4F4F-BAD0-BF357D217CA2}" srcOrd="3" destOrd="0" parTransId="{7DFF4594-2B34-4681-91BB-08C385BAA862}" sibTransId="{863F20E7-A0A5-4B92-92DD-DD1335F7FCB7}"/>
    <dgm:cxn modelId="{2D757CAD-6995-4A49-B05E-870C025937F3}" srcId="{CE0256BF-466F-4011-8F80-BD7111274DAC}" destId="{3DDBC936-BB78-4520-BE2D-95013BEDDA40}" srcOrd="8" destOrd="0" parTransId="{5EFCD3E7-B5B6-4140-9FB3-8948E89BEE8D}" sibTransId="{B49D734D-5493-4877-8E91-27FECF4E4F02}"/>
    <dgm:cxn modelId="{415CB2B6-1503-4C28-864E-79CB0D43B5FA}" type="presOf" srcId="{27AEC2E1-EFD5-425E-BF1C-A8826AD0E0AC}" destId="{F83D16D4-56EE-4DB9-8947-6D4E41CCB6DC}" srcOrd="0" destOrd="0" presId="urn:microsoft.com/office/officeart/2008/layout/LinedList"/>
    <dgm:cxn modelId="{E1574ABE-07DD-43F1-983A-DA43A195411A}" type="presOf" srcId="{CE0256BF-466F-4011-8F80-BD7111274DAC}" destId="{786469E8-D86A-49BD-902F-0B76E400FE5A}" srcOrd="0" destOrd="0" presId="urn:microsoft.com/office/officeart/2008/layout/LinedList"/>
    <dgm:cxn modelId="{B6D8E5C2-D8AA-4AA2-A95B-43ABE0391717}" type="presOf" srcId="{40882685-6605-4AB8-97F4-59898E7C5E92}" destId="{27B4ABA3-0F42-4A15-BFEB-CE67DABBA273}" srcOrd="0" destOrd="0" presId="urn:microsoft.com/office/officeart/2008/layout/LinedList"/>
    <dgm:cxn modelId="{E51CE8DE-B911-404E-8150-4038AEFFC198}" srcId="{CE0256BF-466F-4011-8F80-BD7111274DAC}" destId="{AC4D7E68-A515-489D-8BAF-5BD7042CEF4B}" srcOrd="2" destOrd="0" parTransId="{2A364667-3813-484B-9229-A4154ACDAB3C}" sibTransId="{4B1AE62A-675D-43E5-97F8-7BC68951B025}"/>
    <dgm:cxn modelId="{8FF184ED-94B2-4BCD-9517-DCB72EE7AB49}" srcId="{CE0256BF-466F-4011-8F80-BD7111274DAC}" destId="{D8D85F79-18B2-42B3-8002-36412DE23DB7}" srcOrd="0" destOrd="0" parTransId="{75B2C463-CCA6-4A21-8E83-BE2D395B3302}" sibTransId="{6A91BAF2-4824-4898-B01B-74FB374210D7}"/>
    <dgm:cxn modelId="{D14BAFF9-ECD4-450C-AB3E-CB483C289195}" type="presOf" srcId="{D20E51C0-CF11-478C-924D-0ABBC81EE702}" destId="{A8334E21-EBF3-4A76-9192-4C6637112DB7}" srcOrd="0" destOrd="0" presId="urn:microsoft.com/office/officeart/2008/layout/LinedList"/>
    <dgm:cxn modelId="{28205E4F-3FE2-415D-9130-C2A394C6BCE4}" type="presParOf" srcId="{786469E8-D86A-49BD-902F-0B76E400FE5A}" destId="{4AE0A111-5B2A-4D24-9130-AFC3A4434B1C}" srcOrd="0" destOrd="0" presId="urn:microsoft.com/office/officeart/2008/layout/LinedList"/>
    <dgm:cxn modelId="{25B6B6F5-B742-496E-B370-FF3E4C5D06BC}" type="presParOf" srcId="{786469E8-D86A-49BD-902F-0B76E400FE5A}" destId="{D0CC306C-47E6-48DD-A252-A4B2C291E7B7}" srcOrd="1" destOrd="0" presId="urn:microsoft.com/office/officeart/2008/layout/LinedList"/>
    <dgm:cxn modelId="{84A01563-EDC2-46FA-97AA-D6CCDFF3E089}" type="presParOf" srcId="{D0CC306C-47E6-48DD-A252-A4B2C291E7B7}" destId="{D59A9A27-7683-4B0F-860E-E1BC69D033AB}" srcOrd="0" destOrd="0" presId="urn:microsoft.com/office/officeart/2008/layout/LinedList"/>
    <dgm:cxn modelId="{7A9BCC4E-3437-48F4-9B9C-B450C64C056C}" type="presParOf" srcId="{D0CC306C-47E6-48DD-A252-A4B2C291E7B7}" destId="{15DF965C-BDD3-4799-AD76-856C61E51BA9}" srcOrd="1" destOrd="0" presId="urn:microsoft.com/office/officeart/2008/layout/LinedList"/>
    <dgm:cxn modelId="{8996B0A1-CED1-4FBE-AFAA-9460181FF77E}" type="presParOf" srcId="{786469E8-D86A-49BD-902F-0B76E400FE5A}" destId="{BA318293-5ECB-4F77-A5ED-C685456A64E2}" srcOrd="2" destOrd="0" presId="urn:microsoft.com/office/officeart/2008/layout/LinedList"/>
    <dgm:cxn modelId="{180B42CA-2761-4CC0-A8C8-00798EA93657}" type="presParOf" srcId="{786469E8-D86A-49BD-902F-0B76E400FE5A}" destId="{D9A97CE7-ACAF-4947-9EA5-E15412B2BF66}" srcOrd="3" destOrd="0" presId="urn:microsoft.com/office/officeart/2008/layout/LinedList"/>
    <dgm:cxn modelId="{C135759B-65FF-4E39-99EA-705DCE6CD64E}" type="presParOf" srcId="{D9A97CE7-ACAF-4947-9EA5-E15412B2BF66}" destId="{27B4ABA3-0F42-4A15-BFEB-CE67DABBA273}" srcOrd="0" destOrd="0" presId="urn:microsoft.com/office/officeart/2008/layout/LinedList"/>
    <dgm:cxn modelId="{DDBA60EC-67B1-45B3-9297-36E796B08DF7}" type="presParOf" srcId="{D9A97CE7-ACAF-4947-9EA5-E15412B2BF66}" destId="{EB2E5AA2-7A0B-4656-98B1-692D0E15E3F0}" srcOrd="1" destOrd="0" presId="urn:microsoft.com/office/officeart/2008/layout/LinedList"/>
    <dgm:cxn modelId="{09F0F7A2-1BFB-4D24-8A60-2CED5C7503A6}" type="presParOf" srcId="{786469E8-D86A-49BD-902F-0B76E400FE5A}" destId="{3E7EF708-A5FC-4DCF-AF97-9705A035E70C}" srcOrd="4" destOrd="0" presId="urn:microsoft.com/office/officeart/2008/layout/LinedList"/>
    <dgm:cxn modelId="{B28C59BD-F69F-4814-8AA0-697C3C2FF7BE}" type="presParOf" srcId="{786469E8-D86A-49BD-902F-0B76E400FE5A}" destId="{E5BEADA6-5C75-4219-807E-DC8C7BB7E04C}" srcOrd="5" destOrd="0" presId="urn:microsoft.com/office/officeart/2008/layout/LinedList"/>
    <dgm:cxn modelId="{1CF16EF7-E66C-4DA3-819C-96A3F231F060}" type="presParOf" srcId="{E5BEADA6-5C75-4219-807E-DC8C7BB7E04C}" destId="{235B6003-C85F-4241-A284-1BD1B8503091}" srcOrd="0" destOrd="0" presId="urn:microsoft.com/office/officeart/2008/layout/LinedList"/>
    <dgm:cxn modelId="{8F0B41F6-1896-49B1-99A9-543831410BAE}" type="presParOf" srcId="{E5BEADA6-5C75-4219-807E-DC8C7BB7E04C}" destId="{5CF8CA18-0001-4EA4-ABC1-3715B1F42F93}" srcOrd="1" destOrd="0" presId="urn:microsoft.com/office/officeart/2008/layout/LinedList"/>
    <dgm:cxn modelId="{4B089E48-F522-4C49-A04F-79D6E6C7397D}" type="presParOf" srcId="{786469E8-D86A-49BD-902F-0B76E400FE5A}" destId="{BBEE98E6-CA4E-4EBB-A3E7-9F1442EAD994}" srcOrd="6" destOrd="0" presId="urn:microsoft.com/office/officeart/2008/layout/LinedList"/>
    <dgm:cxn modelId="{19CD7868-4BE4-4FBA-8E48-01D976896562}" type="presParOf" srcId="{786469E8-D86A-49BD-902F-0B76E400FE5A}" destId="{52ABC725-2397-451D-B47D-9E29063FD89B}" srcOrd="7" destOrd="0" presId="urn:microsoft.com/office/officeart/2008/layout/LinedList"/>
    <dgm:cxn modelId="{DCA9C07D-072B-4BC1-9CBC-0C42FE2D6445}" type="presParOf" srcId="{52ABC725-2397-451D-B47D-9E29063FD89B}" destId="{EC41B5BC-99B7-42A6-800F-E07891A7B7D2}" srcOrd="0" destOrd="0" presId="urn:microsoft.com/office/officeart/2008/layout/LinedList"/>
    <dgm:cxn modelId="{12D3FD56-5F63-4E49-B215-EF12636EAAA4}" type="presParOf" srcId="{52ABC725-2397-451D-B47D-9E29063FD89B}" destId="{328E3E66-27C9-4980-98A9-3AFEEA624385}" srcOrd="1" destOrd="0" presId="urn:microsoft.com/office/officeart/2008/layout/LinedList"/>
    <dgm:cxn modelId="{3FFFFC11-5A32-4642-9E89-D9A71ED11515}" type="presParOf" srcId="{786469E8-D86A-49BD-902F-0B76E400FE5A}" destId="{E52BC2E9-CBBC-41F3-9805-2F2773E4E1F3}" srcOrd="8" destOrd="0" presId="urn:microsoft.com/office/officeart/2008/layout/LinedList"/>
    <dgm:cxn modelId="{A9C598FE-7B19-417C-92ED-A0CA6399C97A}" type="presParOf" srcId="{786469E8-D86A-49BD-902F-0B76E400FE5A}" destId="{DE7078E0-513C-4808-83FF-257DE123D8CA}" srcOrd="9" destOrd="0" presId="urn:microsoft.com/office/officeart/2008/layout/LinedList"/>
    <dgm:cxn modelId="{88D9D046-8219-4E63-A728-A334441E922A}" type="presParOf" srcId="{DE7078E0-513C-4808-83FF-257DE123D8CA}" destId="{F83D16D4-56EE-4DB9-8947-6D4E41CCB6DC}" srcOrd="0" destOrd="0" presId="urn:microsoft.com/office/officeart/2008/layout/LinedList"/>
    <dgm:cxn modelId="{D3155766-DE3F-4EF9-AA43-DEFE8D67501D}" type="presParOf" srcId="{DE7078E0-513C-4808-83FF-257DE123D8CA}" destId="{B89D828C-5975-4D30-854E-C63548E3B6E7}" srcOrd="1" destOrd="0" presId="urn:microsoft.com/office/officeart/2008/layout/LinedList"/>
    <dgm:cxn modelId="{69BA02A6-3A04-4E07-8E1F-CB153519B27E}" type="presParOf" srcId="{786469E8-D86A-49BD-902F-0B76E400FE5A}" destId="{23C9CD11-9409-42CE-8FEF-73942375EA1D}" srcOrd="10" destOrd="0" presId="urn:microsoft.com/office/officeart/2008/layout/LinedList"/>
    <dgm:cxn modelId="{73E5E98A-7440-4DEE-9ADD-BE5B3AD2C97B}" type="presParOf" srcId="{786469E8-D86A-49BD-902F-0B76E400FE5A}" destId="{70C873E5-C8BB-47C1-80D7-4ED539D29715}" srcOrd="11" destOrd="0" presId="urn:microsoft.com/office/officeart/2008/layout/LinedList"/>
    <dgm:cxn modelId="{20C1AD4F-E715-44DD-963B-0AE90A3763CE}" type="presParOf" srcId="{70C873E5-C8BB-47C1-80D7-4ED539D29715}" destId="{838C6C28-DB54-40AB-9E2E-FEA0237496C2}" srcOrd="0" destOrd="0" presId="urn:microsoft.com/office/officeart/2008/layout/LinedList"/>
    <dgm:cxn modelId="{63A500C3-3E40-48A2-89EA-95A491C3414B}" type="presParOf" srcId="{70C873E5-C8BB-47C1-80D7-4ED539D29715}" destId="{941F0754-EFC7-4D32-BCE0-16F2FA2685BF}" srcOrd="1" destOrd="0" presId="urn:microsoft.com/office/officeart/2008/layout/LinedList"/>
    <dgm:cxn modelId="{D19041C2-6B5E-4BCC-8238-D20FBF637BC1}" type="presParOf" srcId="{786469E8-D86A-49BD-902F-0B76E400FE5A}" destId="{5296E9C5-9B42-4B69-82AE-4D1F2CB5B573}" srcOrd="12" destOrd="0" presId="urn:microsoft.com/office/officeart/2008/layout/LinedList"/>
    <dgm:cxn modelId="{E70E9084-D7AB-4CC2-97CB-60AF1E79E68E}" type="presParOf" srcId="{786469E8-D86A-49BD-902F-0B76E400FE5A}" destId="{1B964DB7-5E05-4CBB-8618-D70EB7E1175E}" srcOrd="13" destOrd="0" presId="urn:microsoft.com/office/officeart/2008/layout/LinedList"/>
    <dgm:cxn modelId="{50202EB3-670A-4315-8C25-3B33CDFA9880}" type="presParOf" srcId="{1B964DB7-5E05-4CBB-8618-D70EB7E1175E}" destId="{2362778F-D850-478B-92CA-5B802C1749E9}" srcOrd="0" destOrd="0" presId="urn:microsoft.com/office/officeart/2008/layout/LinedList"/>
    <dgm:cxn modelId="{D697814D-5CB8-42BE-9B30-CF3D7D879C5A}" type="presParOf" srcId="{1B964DB7-5E05-4CBB-8618-D70EB7E1175E}" destId="{FA416FB3-C9D4-4B2F-AAAF-C0EA563E7E7B}" srcOrd="1" destOrd="0" presId="urn:microsoft.com/office/officeart/2008/layout/LinedList"/>
    <dgm:cxn modelId="{6F9DC668-37BD-465F-A6C1-F4A37F788446}" type="presParOf" srcId="{786469E8-D86A-49BD-902F-0B76E400FE5A}" destId="{2665BCA6-822A-482E-8DDD-B9742E5D3DB7}" srcOrd="14" destOrd="0" presId="urn:microsoft.com/office/officeart/2008/layout/LinedList"/>
    <dgm:cxn modelId="{D1C11DB3-C630-454E-9D1A-BCC9A4551427}" type="presParOf" srcId="{786469E8-D86A-49BD-902F-0B76E400FE5A}" destId="{2E295FD9-7510-4968-926C-29D47FE2EE6C}" srcOrd="15" destOrd="0" presId="urn:microsoft.com/office/officeart/2008/layout/LinedList"/>
    <dgm:cxn modelId="{1AE6E974-6BDD-4E7D-BB6F-F28C4F375264}" type="presParOf" srcId="{2E295FD9-7510-4968-926C-29D47FE2EE6C}" destId="{A8334E21-EBF3-4A76-9192-4C6637112DB7}" srcOrd="0" destOrd="0" presId="urn:microsoft.com/office/officeart/2008/layout/LinedList"/>
    <dgm:cxn modelId="{21D2CFAA-3DA9-45D4-AD01-18FB183B78A3}" type="presParOf" srcId="{2E295FD9-7510-4968-926C-29D47FE2EE6C}" destId="{64DF8DC9-D46D-4544-9048-B9BA88FFFA7F}" srcOrd="1" destOrd="0" presId="urn:microsoft.com/office/officeart/2008/layout/LinedList"/>
    <dgm:cxn modelId="{202878E6-56B4-4806-B8C1-14B9582714CA}" type="presParOf" srcId="{786469E8-D86A-49BD-902F-0B76E400FE5A}" destId="{0BF83CD1-CD8A-4DD0-A3E5-7EBDFFA36537}" srcOrd="16" destOrd="0" presId="urn:microsoft.com/office/officeart/2008/layout/LinedList"/>
    <dgm:cxn modelId="{DABDA0C4-46DA-4F57-8411-72F810271E9A}" type="presParOf" srcId="{786469E8-D86A-49BD-902F-0B76E400FE5A}" destId="{C63B7FD5-8648-4275-8404-AE930A0D0DAB}" srcOrd="17" destOrd="0" presId="urn:microsoft.com/office/officeart/2008/layout/LinedList"/>
    <dgm:cxn modelId="{69897E94-5999-4366-AB4C-2B10A3045FD2}" type="presParOf" srcId="{C63B7FD5-8648-4275-8404-AE930A0D0DAB}" destId="{EE60D0FF-442B-4B76-BBB1-3B35F928B4DF}" srcOrd="0" destOrd="0" presId="urn:microsoft.com/office/officeart/2008/layout/LinedList"/>
    <dgm:cxn modelId="{896495D6-750C-4543-AB86-1F7FE2C5C740}" type="presParOf" srcId="{C63B7FD5-8648-4275-8404-AE930A0D0DAB}" destId="{40A6C323-8249-4380-9580-B64F7FDD5A9A}" srcOrd="1" destOrd="0" presId="urn:microsoft.com/office/officeart/2008/layout/LinedList"/>
    <dgm:cxn modelId="{1285648E-4AF8-4918-A71E-39DEC99130B7}" type="presParOf" srcId="{786469E8-D86A-49BD-902F-0B76E400FE5A}" destId="{EC9B20BD-8463-4018-BD98-3D0E78E6D501}" srcOrd="18" destOrd="0" presId="urn:microsoft.com/office/officeart/2008/layout/LinedList"/>
    <dgm:cxn modelId="{7E26E665-9EC5-43FA-8137-10D3A809617A}" type="presParOf" srcId="{786469E8-D86A-49BD-902F-0B76E400FE5A}" destId="{81638C21-A5F9-42BA-862B-09B5AC5E9479}" srcOrd="19" destOrd="0" presId="urn:microsoft.com/office/officeart/2008/layout/LinedList"/>
    <dgm:cxn modelId="{271BB04F-989C-46B6-B118-B705BAC24E91}" type="presParOf" srcId="{81638C21-A5F9-42BA-862B-09B5AC5E9479}" destId="{E15613CC-731C-46EE-9D94-733AE823164E}" srcOrd="0" destOrd="0" presId="urn:microsoft.com/office/officeart/2008/layout/LinedList"/>
    <dgm:cxn modelId="{FE7F68E6-1ED0-4744-9E28-7782C1ABFF85}" type="presParOf" srcId="{81638C21-A5F9-42BA-862B-09B5AC5E9479}" destId="{84A3F9F9-7A9A-4D12-9638-FB46CF06187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9C0237-DC54-4540-89C7-534D03F6C503}">
      <dsp:nvSpPr>
        <dsp:cNvPr id="0" name=""/>
        <dsp:cNvSpPr/>
      </dsp:nvSpPr>
      <dsp:spPr>
        <a:xfrm>
          <a:off x="0" y="2133"/>
          <a:ext cx="5175384" cy="603052"/>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ar-MA" sz="1700" b="1" kern="1200"/>
            <a:t>مشاورة الصحابة:</a:t>
          </a:r>
          <a:endParaRPr lang="en-US" sz="1700" b="1" kern="1200"/>
        </a:p>
      </dsp:txBody>
      <dsp:txXfrm>
        <a:off x="29439" y="31572"/>
        <a:ext cx="5116506" cy="544174"/>
      </dsp:txXfrm>
    </dsp:sp>
    <dsp:sp modelId="{5134782B-73A7-4AA5-8561-3A4A187B8CA7}">
      <dsp:nvSpPr>
        <dsp:cNvPr id="0" name=""/>
        <dsp:cNvSpPr/>
      </dsp:nvSpPr>
      <dsp:spPr>
        <a:xfrm>
          <a:off x="0" y="618235"/>
          <a:ext cx="5175384" cy="603052"/>
        </a:xfrm>
        <a:prstGeom prst="roundRect">
          <a:avLst/>
        </a:prstGeom>
        <a:solidFill>
          <a:schemeClr val="accent2">
            <a:hueOff val="585190"/>
            <a:satOff val="-730"/>
            <a:lumOff val="17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ar-MA" sz="1700" b="1" kern="1200"/>
            <a:t>استشارة النبي ﷺ للمهاجرين والأنصار قبل اتخاذ قرار المواجهة</a:t>
          </a:r>
          <a:endParaRPr lang="en-US" sz="1700" b="1" kern="1200"/>
        </a:p>
      </dsp:txBody>
      <dsp:txXfrm>
        <a:off x="29439" y="647674"/>
        <a:ext cx="5116506" cy="544174"/>
      </dsp:txXfrm>
    </dsp:sp>
    <dsp:sp modelId="{E679B921-C523-4516-95C6-EBA8F48BD9CC}">
      <dsp:nvSpPr>
        <dsp:cNvPr id="0" name=""/>
        <dsp:cNvSpPr/>
      </dsp:nvSpPr>
      <dsp:spPr>
        <a:xfrm>
          <a:off x="0" y="1234338"/>
          <a:ext cx="5175384" cy="603052"/>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ar-MA" sz="1700" b="1" kern="1200"/>
            <a:t>موقف سعد بن معاذ رضي الله عنه: "فوالذي بعثك بالحق، لو استعرضت بنا هذا البحر فخضته لخضناه معك، ما تخلف منا رجل واحد"</a:t>
          </a:r>
          <a:endParaRPr lang="en-US" sz="1700" b="1" kern="1200"/>
        </a:p>
      </dsp:txBody>
      <dsp:txXfrm>
        <a:off x="29439" y="1263777"/>
        <a:ext cx="5116506" cy="544174"/>
      </dsp:txXfrm>
    </dsp:sp>
    <dsp:sp modelId="{C66FAF14-C19F-4750-9541-2E21FB80C2F7}">
      <dsp:nvSpPr>
        <dsp:cNvPr id="0" name=""/>
        <dsp:cNvSpPr/>
      </dsp:nvSpPr>
      <dsp:spPr>
        <a:xfrm>
          <a:off x="0" y="1850441"/>
          <a:ext cx="5175384" cy="603052"/>
        </a:xfrm>
        <a:prstGeom prst="roundRect">
          <a:avLst/>
        </a:prstGeom>
        <a:solidFill>
          <a:schemeClr val="accent2">
            <a:hueOff val="1755570"/>
            <a:satOff val="-2190"/>
            <a:lumOff val="5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ar-MA" sz="1700" b="1" kern="1200" dirty="0"/>
            <a:t>لم تكن الشورى شكلية بل كانت جوهرية، مما عزز وحدة الصف الإسلامي</a:t>
          </a:r>
          <a:endParaRPr lang="en-US" sz="1700" b="1" kern="1200" dirty="0"/>
        </a:p>
      </dsp:txBody>
      <dsp:txXfrm>
        <a:off x="29439" y="1879880"/>
        <a:ext cx="5116506" cy="544174"/>
      </dsp:txXfrm>
    </dsp:sp>
    <dsp:sp modelId="{4662625F-BA38-48E6-8826-7D4B1E8C895D}">
      <dsp:nvSpPr>
        <dsp:cNvPr id="0" name=""/>
        <dsp:cNvSpPr/>
      </dsp:nvSpPr>
      <dsp:spPr>
        <a:xfrm>
          <a:off x="0" y="2466544"/>
          <a:ext cx="5175384" cy="603052"/>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ar-MA" sz="1700" b="1" kern="1200" dirty="0"/>
            <a:t>القرارات الاستراتيجية:</a:t>
          </a:r>
          <a:endParaRPr lang="en-US" sz="1700" b="1" kern="1200" dirty="0"/>
        </a:p>
      </dsp:txBody>
      <dsp:txXfrm>
        <a:off x="29439" y="2495983"/>
        <a:ext cx="5116506" cy="544174"/>
      </dsp:txXfrm>
    </dsp:sp>
    <dsp:sp modelId="{EBCA0599-F4B5-4744-B89A-ACF0BFBC10AF}">
      <dsp:nvSpPr>
        <dsp:cNvPr id="0" name=""/>
        <dsp:cNvSpPr/>
      </dsp:nvSpPr>
      <dsp:spPr>
        <a:xfrm>
          <a:off x="0" y="3082646"/>
          <a:ext cx="5175384" cy="603052"/>
        </a:xfrm>
        <a:prstGeom prst="roundRect">
          <a:avLst/>
        </a:prstGeom>
        <a:solidFill>
          <a:schemeClr val="accent2">
            <a:hueOff val="2925949"/>
            <a:satOff val="-3649"/>
            <a:lumOff val="8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ar-MA" sz="1700" b="1" kern="1200"/>
            <a:t>اختيار موقع المعركة بناءً على مشورة الحباب بن المنذر رضي الله عنه</a:t>
          </a:r>
          <a:endParaRPr lang="en-US" sz="1700" b="1" kern="1200"/>
        </a:p>
      </dsp:txBody>
      <dsp:txXfrm>
        <a:off x="29439" y="3112085"/>
        <a:ext cx="5116506" cy="544174"/>
      </dsp:txXfrm>
    </dsp:sp>
    <dsp:sp modelId="{6B1381D7-97AC-4F54-A630-3958EB60AE18}">
      <dsp:nvSpPr>
        <dsp:cNvPr id="0" name=""/>
        <dsp:cNvSpPr/>
      </dsp:nvSpPr>
      <dsp:spPr>
        <a:xfrm>
          <a:off x="0" y="3698749"/>
          <a:ext cx="5175384" cy="603052"/>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ar-MA" sz="1700" b="1" kern="1200"/>
            <a:t>السيطرة الاستراتيجية على موارد المياه وحرمان العدو منها</a:t>
          </a:r>
          <a:endParaRPr lang="en-US" sz="1700" b="1" kern="1200"/>
        </a:p>
      </dsp:txBody>
      <dsp:txXfrm>
        <a:off x="29439" y="3728188"/>
        <a:ext cx="5116506" cy="544174"/>
      </dsp:txXfrm>
    </dsp:sp>
    <dsp:sp modelId="{4B1EB6A2-C771-454A-8B34-F1AEFD96A5CF}">
      <dsp:nvSpPr>
        <dsp:cNvPr id="0" name=""/>
        <dsp:cNvSpPr/>
      </dsp:nvSpPr>
      <dsp:spPr>
        <a:xfrm>
          <a:off x="0" y="4314852"/>
          <a:ext cx="5175384" cy="603052"/>
        </a:xfrm>
        <a:prstGeom prst="roundRect">
          <a:avLst/>
        </a:prstGeom>
        <a:solidFill>
          <a:schemeClr val="accent2">
            <a:hueOff val="4096329"/>
            <a:satOff val="-5109"/>
            <a:lumOff val="120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ar-MA" sz="1700" b="1" kern="1200"/>
            <a:t>بناء عريش (مقر قيادة) للنبي ﷺ في مكان مرتفع لمراقبة المعركة</a:t>
          </a:r>
          <a:endParaRPr lang="en-US" sz="1700" b="1" kern="1200"/>
        </a:p>
      </dsp:txBody>
      <dsp:txXfrm>
        <a:off x="29439" y="4344291"/>
        <a:ext cx="5116506" cy="544174"/>
      </dsp:txXfrm>
    </dsp:sp>
    <dsp:sp modelId="{0C43CBFA-BB31-4753-BF56-50930A94ED72}">
      <dsp:nvSpPr>
        <dsp:cNvPr id="0" name=""/>
        <dsp:cNvSpPr/>
      </dsp:nvSpPr>
      <dsp:spPr>
        <a:xfrm>
          <a:off x="0" y="4930955"/>
          <a:ext cx="5175384" cy="603052"/>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ar-MA" sz="1700" b="1" kern="1200" dirty="0"/>
            <a:t>تنظيم الصفوف وتوزيع المهام القتالية على الصحابة حسب مهاراتهم</a:t>
          </a:r>
          <a:endParaRPr lang="en-US" sz="1700" b="1" kern="1200" dirty="0"/>
        </a:p>
      </dsp:txBody>
      <dsp:txXfrm>
        <a:off x="29439" y="4960394"/>
        <a:ext cx="5116506" cy="5441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A88FC2-4B80-4FDF-AB30-8CE73591A3ED}">
      <dsp:nvSpPr>
        <dsp:cNvPr id="0" name=""/>
        <dsp:cNvSpPr/>
      </dsp:nvSpPr>
      <dsp:spPr>
        <a:xfrm>
          <a:off x="0" y="193"/>
          <a:ext cx="8229600" cy="4427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ar-MA" sz="2400" b="1" kern="1200"/>
            <a:t>الإدارة الناجحة:</a:t>
          </a:r>
          <a:endParaRPr lang="en-US" sz="2400" b="1" kern="1200"/>
        </a:p>
      </dsp:txBody>
      <dsp:txXfrm>
        <a:off x="21613" y="21806"/>
        <a:ext cx="8186374" cy="399523"/>
      </dsp:txXfrm>
    </dsp:sp>
    <dsp:sp modelId="{17ACC297-5444-4FA4-B80D-E4DFE5370276}">
      <dsp:nvSpPr>
        <dsp:cNvPr id="0" name=""/>
        <dsp:cNvSpPr/>
      </dsp:nvSpPr>
      <dsp:spPr>
        <a:xfrm>
          <a:off x="0" y="453840"/>
          <a:ext cx="8229600" cy="4427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ar-MA" sz="2400" b="1" kern="1200" dirty="0"/>
            <a:t>المشاركة في صنع القرار تؤدي إلى قرارات أكثر رشداً</a:t>
          </a:r>
          <a:endParaRPr lang="en-US" sz="2400" b="1" kern="1200" dirty="0"/>
        </a:p>
      </dsp:txBody>
      <dsp:txXfrm>
        <a:off x="21613" y="475453"/>
        <a:ext cx="8186374" cy="399523"/>
      </dsp:txXfrm>
    </dsp:sp>
    <dsp:sp modelId="{3AD9E6A1-509D-4A38-94EC-7F43CF00E714}">
      <dsp:nvSpPr>
        <dsp:cNvPr id="0" name=""/>
        <dsp:cNvSpPr/>
      </dsp:nvSpPr>
      <dsp:spPr>
        <a:xfrm>
          <a:off x="0" y="907488"/>
          <a:ext cx="8229600" cy="4427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ar-MA" sz="2400" b="1" kern="1200"/>
            <a:t>تنوع الخبرات والآراء يثري القرارات ويجنب الأخطاء</a:t>
          </a:r>
          <a:endParaRPr lang="en-US" sz="2400" b="1" kern="1200"/>
        </a:p>
      </dsp:txBody>
      <dsp:txXfrm>
        <a:off x="21613" y="929101"/>
        <a:ext cx="8186374" cy="399523"/>
      </dsp:txXfrm>
    </dsp:sp>
    <dsp:sp modelId="{43049E43-1EC5-479E-8E9F-3FC3B3AA6EF9}">
      <dsp:nvSpPr>
        <dsp:cNvPr id="0" name=""/>
        <dsp:cNvSpPr/>
      </dsp:nvSpPr>
      <dsp:spPr>
        <a:xfrm>
          <a:off x="0" y="1361135"/>
          <a:ext cx="8229600" cy="4427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ar-MA" sz="2400" b="1" kern="1200"/>
            <a:t>تعزيز الانتماء والولاء للمؤسسة من خلال إشراك العاملين في القرارات</a:t>
          </a:r>
          <a:endParaRPr lang="en-US" sz="2400" b="1" kern="1200"/>
        </a:p>
      </dsp:txBody>
      <dsp:txXfrm>
        <a:off x="21613" y="1382748"/>
        <a:ext cx="8186374" cy="399523"/>
      </dsp:txXfrm>
    </dsp:sp>
    <dsp:sp modelId="{BD626568-8EFD-44E0-A887-A5A7FE9055B4}">
      <dsp:nvSpPr>
        <dsp:cNvPr id="0" name=""/>
        <dsp:cNvSpPr/>
      </dsp:nvSpPr>
      <dsp:spPr>
        <a:xfrm>
          <a:off x="0" y="1814783"/>
          <a:ext cx="8229600" cy="4427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ar-MA" sz="2400" b="1" kern="1200"/>
            <a:t>تحقيق الإحساس بالمسؤولية المشتركة تجاه نتائج القرارات</a:t>
          </a:r>
          <a:endParaRPr lang="en-US" sz="2400" b="1" kern="1200"/>
        </a:p>
      </dsp:txBody>
      <dsp:txXfrm>
        <a:off x="21613" y="1836396"/>
        <a:ext cx="8186374" cy="399523"/>
      </dsp:txXfrm>
    </dsp:sp>
    <dsp:sp modelId="{5DD1016F-1924-417B-A33A-67835FC5F045}">
      <dsp:nvSpPr>
        <dsp:cNvPr id="0" name=""/>
        <dsp:cNvSpPr/>
      </dsp:nvSpPr>
      <dsp:spPr>
        <a:xfrm>
          <a:off x="0" y="2268430"/>
          <a:ext cx="8229600" cy="4427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ar-MA" sz="2400" b="1" kern="1200"/>
            <a:t>القيادة الفعالة:</a:t>
          </a:r>
          <a:endParaRPr lang="en-US" sz="2400" b="1" kern="1200"/>
        </a:p>
      </dsp:txBody>
      <dsp:txXfrm>
        <a:off x="21613" y="2290043"/>
        <a:ext cx="8186374" cy="399523"/>
      </dsp:txXfrm>
    </dsp:sp>
    <dsp:sp modelId="{E4ED920E-3BC3-4E20-AC3B-8591D83CBBA7}">
      <dsp:nvSpPr>
        <dsp:cNvPr id="0" name=""/>
        <dsp:cNvSpPr/>
      </dsp:nvSpPr>
      <dsp:spPr>
        <a:xfrm>
          <a:off x="0" y="2722078"/>
          <a:ext cx="8229600" cy="4427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ar-MA" sz="2400" b="1" kern="1200"/>
            <a:t>الاستماع للخبراء والمتخصصين قبل اتخاذ القرارات المصيرية</a:t>
          </a:r>
          <a:endParaRPr lang="en-US" sz="2400" b="1" kern="1200"/>
        </a:p>
      </dsp:txBody>
      <dsp:txXfrm>
        <a:off x="21613" y="2743691"/>
        <a:ext cx="8186374" cy="399523"/>
      </dsp:txXfrm>
    </dsp:sp>
    <dsp:sp modelId="{715F2B48-3914-4B09-BC32-3B1D80142E68}">
      <dsp:nvSpPr>
        <dsp:cNvPr id="0" name=""/>
        <dsp:cNvSpPr/>
      </dsp:nvSpPr>
      <dsp:spPr>
        <a:xfrm>
          <a:off x="0" y="3175725"/>
          <a:ext cx="8229600" cy="4427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ar-MA" sz="2400" b="1" kern="1200"/>
            <a:t>تحفيز المبادرات والأفكار الجديدة من خلال تقدير آراء الآخرين</a:t>
          </a:r>
          <a:endParaRPr lang="en-US" sz="2400" b="1" kern="1200"/>
        </a:p>
      </dsp:txBody>
      <dsp:txXfrm>
        <a:off x="21613" y="3197338"/>
        <a:ext cx="8186374" cy="399523"/>
      </dsp:txXfrm>
    </dsp:sp>
    <dsp:sp modelId="{26DCC776-5CCC-439E-A7BB-2206D4995C37}">
      <dsp:nvSpPr>
        <dsp:cNvPr id="0" name=""/>
        <dsp:cNvSpPr/>
      </dsp:nvSpPr>
      <dsp:spPr>
        <a:xfrm>
          <a:off x="0" y="3629373"/>
          <a:ext cx="8229600" cy="4427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ar-MA" sz="2400" b="1" kern="1200"/>
            <a:t>بناء الثقة المتبادلة بين القائد وفريقه</a:t>
          </a:r>
          <a:endParaRPr lang="en-US" sz="2400" b="1" kern="1200"/>
        </a:p>
      </dsp:txBody>
      <dsp:txXfrm>
        <a:off x="21613" y="3650986"/>
        <a:ext cx="8186374" cy="399523"/>
      </dsp:txXfrm>
    </dsp:sp>
    <dsp:sp modelId="{81D8DA87-6315-407F-9F76-22BCE710D6A5}">
      <dsp:nvSpPr>
        <dsp:cNvPr id="0" name=""/>
        <dsp:cNvSpPr/>
      </dsp:nvSpPr>
      <dsp:spPr>
        <a:xfrm>
          <a:off x="0" y="4083020"/>
          <a:ext cx="8229600" cy="4427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ar-MA" sz="2400" b="1" kern="1200" dirty="0"/>
            <a:t>التوازن بين الحزم في التنفيذ والمرونة في الاستماع للآراء المختلفة</a:t>
          </a:r>
          <a:endParaRPr lang="en-US" sz="2400" b="1" kern="1200" dirty="0"/>
        </a:p>
      </dsp:txBody>
      <dsp:txXfrm>
        <a:off x="21613" y="4104633"/>
        <a:ext cx="8186374" cy="3995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C7033F-EC72-4E79-B907-5E1AAFEB9258}">
      <dsp:nvSpPr>
        <dsp:cNvPr id="0" name=""/>
        <dsp:cNvSpPr/>
      </dsp:nvSpPr>
      <dsp:spPr>
        <a:xfrm>
          <a:off x="2678" y="42027"/>
          <a:ext cx="2125260" cy="146330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ar-MA" sz="1900" b="1" kern="1200" dirty="0"/>
            <a:t>استمرار الدعاء والتضرع حتى نزول البشرى بالنصر</a:t>
          </a:r>
          <a:endParaRPr lang="en-US" sz="1900" b="1" kern="1200" dirty="0"/>
        </a:p>
      </dsp:txBody>
      <dsp:txXfrm>
        <a:off x="2678" y="42027"/>
        <a:ext cx="2125260" cy="1463305"/>
      </dsp:txXfrm>
    </dsp:sp>
    <dsp:sp modelId="{6A403A85-EBDD-4C37-B5B8-4553123E36DE}">
      <dsp:nvSpPr>
        <dsp:cNvPr id="0" name=""/>
        <dsp:cNvSpPr/>
      </dsp:nvSpPr>
      <dsp:spPr>
        <a:xfrm>
          <a:off x="2340465" y="42027"/>
          <a:ext cx="2125260" cy="1463305"/>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ar-MA" sz="1900" b="1" kern="1200" dirty="0"/>
            <a:t>دعاء النبي ﷺ المستمر طوال الليل حتى سقط رداؤه عن منكبيه</a:t>
          </a:r>
          <a:endParaRPr lang="en-US" sz="1900" b="1" kern="1200" dirty="0"/>
        </a:p>
      </dsp:txBody>
      <dsp:txXfrm>
        <a:off x="2340465" y="42027"/>
        <a:ext cx="2125260" cy="1463305"/>
      </dsp:txXfrm>
    </dsp:sp>
    <dsp:sp modelId="{625D607A-C69E-4DBF-A41A-DB8262739CA7}">
      <dsp:nvSpPr>
        <dsp:cNvPr id="0" name=""/>
        <dsp:cNvSpPr/>
      </dsp:nvSpPr>
      <dsp:spPr>
        <a:xfrm>
          <a:off x="4678253" y="42027"/>
          <a:ext cx="2125260" cy="1463305"/>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ar-MA" sz="1900" b="1" kern="1200" dirty="0"/>
            <a:t>"اللهم أنجز لي ما وعدتني، اللهم إن تهلك هذه العصابة من أهل الإسلام فلن تُعبد في الأرض"</a:t>
          </a:r>
          <a:endParaRPr lang="en-US" sz="1900" b="1" kern="1200" dirty="0"/>
        </a:p>
      </dsp:txBody>
      <dsp:txXfrm>
        <a:off x="4678253" y="42027"/>
        <a:ext cx="2125260" cy="1463305"/>
      </dsp:txXfrm>
    </dsp:sp>
    <dsp:sp modelId="{4A07C393-5A55-48C9-BD5D-736FAA64A4A3}">
      <dsp:nvSpPr>
        <dsp:cNvPr id="0" name=""/>
        <dsp:cNvSpPr/>
      </dsp:nvSpPr>
      <dsp:spPr>
        <a:xfrm>
          <a:off x="7016040" y="42027"/>
          <a:ext cx="2125260" cy="1463305"/>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ar-MA" sz="1900" b="1" kern="1200" dirty="0"/>
            <a:t>استغاثة المسلمين:</a:t>
          </a:r>
          <a:endParaRPr lang="en-US" sz="1900" b="1" kern="1200" dirty="0"/>
        </a:p>
      </dsp:txBody>
      <dsp:txXfrm>
        <a:off x="7016040" y="42027"/>
        <a:ext cx="2125260" cy="1463305"/>
      </dsp:txXfrm>
    </dsp:sp>
    <dsp:sp modelId="{094F2DBB-1592-4461-A4BF-8FCC9A8443AF}">
      <dsp:nvSpPr>
        <dsp:cNvPr id="0" name=""/>
        <dsp:cNvSpPr/>
      </dsp:nvSpPr>
      <dsp:spPr>
        <a:xfrm>
          <a:off x="2678" y="1717859"/>
          <a:ext cx="2125260" cy="1463305"/>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ar-MA" sz="1900" b="1" kern="1200" dirty="0"/>
            <a:t>"إِذْ يُغَشِّيكُمُ النُّعَاسَ أَمَنَةً مِّنْهُ وَيُنَزِّلُ عَلَيْكُم مِّن السَّمَاءِ مَاءً لِّيُطَهِّرَكُم بِهِ" (الأنفال: 11) </a:t>
          </a:r>
          <a:endParaRPr lang="en-US" sz="1900" b="1" kern="1200" dirty="0"/>
        </a:p>
      </dsp:txBody>
      <dsp:txXfrm>
        <a:off x="2678" y="1717859"/>
        <a:ext cx="2125260" cy="1463305"/>
      </dsp:txXfrm>
    </dsp:sp>
    <dsp:sp modelId="{A2E88C2C-F546-4D51-93BA-8425D386BA08}">
      <dsp:nvSpPr>
        <dsp:cNvPr id="0" name=""/>
        <dsp:cNvSpPr/>
      </dsp:nvSpPr>
      <dsp:spPr>
        <a:xfrm>
          <a:off x="2340465" y="1717859"/>
          <a:ext cx="2125260" cy="146330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ar-MA" sz="1900" b="1" kern="1200" dirty="0"/>
            <a:t>"إِذْ تَسْتَغِيثُونَ رَبَّكُمْ فَاسْتَجَابَ لَكُمْ أَنِّي مُمِدُّكُم بِأَلْفٍ مِّنَ الْمَلَائِكَةِ مُرْدِفِينَ" (الأنفال: 9)</a:t>
          </a:r>
          <a:endParaRPr lang="en-US" sz="1900" b="1" kern="1200" dirty="0"/>
        </a:p>
      </dsp:txBody>
      <dsp:txXfrm>
        <a:off x="2340465" y="1717859"/>
        <a:ext cx="2125260" cy="1463305"/>
      </dsp:txXfrm>
    </dsp:sp>
    <dsp:sp modelId="{D430726C-DC6E-423B-9F8C-1F5DB5AD21A5}">
      <dsp:nvSpPr>
        <dsp:cNvPr id="0" name=""/>
        <dsp:cNvSpPr/>
      </dsp:nvSpPr>
      <dsp:spPr>
        <a:xfrm>
          <a:off x="4678253" y="1717859"/>
          <a:ext cx="2125260" cy="1463305"/>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ar-MA" sz="1900" b="1" kern="1200"/>
            <a:t>"وَلَقَدْ نَصَرَكُمُ اللَّهُ بِبَدْرٍ وَأَنتُمْ أَذِلَّةٌ فَاتَّقُوا اللَّهَ لَعَلَّكُمْ تَشْكُرُونَ" (آل عمران: 123)</a:t>
          </a:r>
          <a:endParaRPr lang="en-US" sz="1900" b="1" kern="1200"/>
        </a:p>
      </dsp:txBody>
      <dsp:txXfrm>
        <a:off x="4678253" y="1717859"/>
        <a:ext cx="2125260" cy="1463305"/>
      </dsp:txXfrm>
    </dsp:sp>
    <dsp:sp modelId="{38DB8BDB-0E4D-4A54-A8A8-3CB2E79BF5E2}">
      <dsp:nvSpPr>
        <dsp:cNvPr id="0" name=""/>
        <dsp:cNvSpPr/>
      </dsp:nvSpPr>
      <dsp:spPr>
        <a:xfrm>
          <a:off x="7016040" y="1717859"/>
          <a:ext cx="2125260" cy="1463305"/>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ar-MA" sz="1900" b="1" kern="1200" dirty="0"/>
            <a:t>الآيات القرآنية عن بدر:</a:t>
          </a:r>
          <a:endParaRPr lang="en-US" sz="1900" b="1" kern="1200" dirty="0"/>
        </a:p>
        <a:p>
          <a:pPr marL="0" lvl="0" algn="ctr" defTabSz="844550">
            <a:lnSpc>
              <a:spcPct val="90000"/>
            </a:lnSpc>
            <a:spcBef>
              <a:spcPct val="0"/>
            </a:spcBef>
            <a:spcAft>
              <a:spcPct val="35000"/>
            </a:spcAft>
            <a:buNone/>
          </a:pPr>
          <a:endParaRPr lang="en-US" sz="1900" b="1" kern="1200" dirty="0"/>
        </a:p>
      </dsp:txBody>
      <dsp:txXfrm>
        <a:off x="7016040" y="1717859"/>
        <a:ext cx="2125260" cy="1463305"/>
      </dsp:txXfrm>
    </dsp:sp>
    <dsp:sp modelId="{AF9C952B-2D1E-45C7-A63A-39705C3E1462}">
      <dsp:nvSpPr>
        <dsp:cNvPr id="0" name=""/>
        <dsp:cNvSpPr/>
      </dsp:nvSpPr>
      <dsp:spPr>
        <a:xfrm>
          <a:off x="2678" y="3393691"/>
          <a:ext cx="2125260" cy="1463305"/>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ar-MA" sz="1900" b="1" kern="1200" dirty="0"/>
            <a:t>الاستعانة بالله قبل وخلال المعركة مع الأخذ بالأسباب المادية</a:t>
          </a:r>
          <a:endParaRPr lang="en-US" sz="1900" b="1" kern="1200" dirty="0"/>
        </a:p>
      </dsp:txBody>
      <dsp:txXfrm>
        <a:off x="2678" y="3393691"/>
        <a:ext cx="2125260" cy="1463305"/>
      </dsp:txXfrm>
    </dsp:sp>
    <dsp:sp modelId="{26BCC8DC-9252-4C6F-846C-2A8C5ACB1E70}">
      <dsp:nvSpPr>
        <dsp:cNvPr id="0" name=""/>
        <dsp:cNvSpPr/>
      </dsp:nvSpPr>
      <dsp:spPr>
        <a:xfrm>
          <a:off x="2340465" y="3393691"/>
          <a:ext cx="2125260" cy="1463305"/>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ar-MA" sz="1900" b="1" kern="1200"/>
            <a:t>اليقين الكامل بنصر الله رغم صعوبة الموقف وقلة العدد والعتاد</a:t>
          </a:r>
          <a:endParaRPr lang="en-US" sz="1900" b="1" kern="1200"/>
        </a:p>
      </dsp:txBody>
      <dsp:txXfrm>
        <a:off x="2340465" y="3393691"/>
        <a:ext cx="2125260" cy="1463305"/>
      </dsp:txXfrm>
    </dsp:sp>
    <dsp:sp modelId="{66146BE0-E480-44EB-AC43-0A0CCB31E10A}">
      <dsp:nvSpPr>
        <dsp:cNvPr id="0" name=""/>
        <dsp:cNvSpPr/>
      </dsp:nvSpPr>
      <dsp:spPr>
        <a:xfrm>
          <a:off x="4678253" y="3393691"/>
          <a:ext cx="2125260" cy="146330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ar-MA" sz="1900" b="1" kern="1200" dirty="0"/>
            <a:t>تثبيت الملائكة للمؤمنين وقتالهم معهم</a:t>
          </a:r>
          <a:endParaRPr lang="en-US" sz="1900" b="1" kern="1200" dirty="0"/>
        </a:p>
      </dsp:txBody>
      <dsp:txXfrm>
        <a:off x="4678253" y="3393691"/>
        <a:ext cx="2125260" cy="1463305"/>
      </dsp:txXfrm>
    </dsp:sp>
    <dsp:sp modelId="{6C927A82-3350-4017-9E19-FCCFF64D614B}">
      <dsp:nvSpPr>
        <dsp:cNvPr id="0" name=""/>
        <dsp:cNvSpPr/>
      </dsp:nvSpPr>
      <dsp:spPr>
        <a:xfrm>
          <a:off x="7016040" y="3393691"/>
          <a:ext cx="2125260" cy="1463305"/>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ar-MA" sz="1900" b="1" kern="1200" dirty="0"/>
            <a:t>الثقة بوعد الله:</a:t>
          </a:r>
          <a:endParaRPr lang="en-US" sz="1900" b="1" kern="1200" dirty="0"/>
        </a:p>
        <a:p>
          <a:pPr marL="0" lvl="0" algn="ctr" defTabSz="844550">
            <a:lnSpc>
              <a:spcPct val="90000"/>
            </a:lnSpc>
            <a:spcBef>
              <a:spcPct val="0"/>
            </a:spcBef>
            <a:spcAft>
              <a:spcPct val="35000"/>
            </a:spcAft>
            <a:buNone/>
          </a:pPr>
          <a:endParaRPr lang="en-US" sz="1900" b="1" kern="1200" dirty="0"/>
        </a:p>
      </dsp:txBody>
      <dsp:txXfrm>
        <a:off x="7016040" y="3393691"/>
        <a:ext cx="2125260" cy="14633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0F4082-3AF1-4527-9A09-2F164D8B07E0}">
      <dsp:nvSpPr>
        <dsp:cNvPr id="0" name=""/>
        <dsp:cNvSpPr/>
      </dsp:nvSpPr>
      <dsp:spPr>
        <a:xfrm>
          <a:off x="1904686" y="893173"/>
          <a:ext cx="406481" cy="91440"/>
        </a:xfrm>
        <a:custGeom>
          <a:avLst/>
          <a:gdLst/>
          <a:ahLst/>
          <a:cxnLst/>
          <a:rect l="0" t="0" r="0" b="0"/>
          <a:pathLst>
            <a:path>
              <a:moveTo>
                <a:pt x="0" y="45720"/>
              </a:moveTo>
              <a:lnTo>
                <a:pt x="406481"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6999" y="936705"/>
        <a:ext cx="21854" cy="4375"/>
      </dsp:txXfrm>
    </dsp:sp>
    <dsp:sp modelId="{7F3C1797-F77F-4314-87EB-95E823894478}">
      <dsp:nvSpPr>
        <dsp:cNvPr id="0" name=""/>
        <dsp:cNvSpPr/>
      </dsp:nvSpPr>
      <dsp:spPr>
        <a:xfrm>
          <a:off x="6131" y="368787"/>
          <a:ext cx="1900354" cy="1140212"/>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3119" tIns="97745" rIns="93119" bIns="97745"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مواجهة التحديات:</a:t>
          </a:r>
          <a:endParaRPr lang="en-US" sz="2000" b="1" kern="1200">
            <a:solidFill>
              <a:schemeClr val="tx1">
                <a:lumMod val="75000"/>
                <a:lumOff val="25000"/>
              </a:schemeClr>
            </a:solidFill>
          </a:endParaRPr>
        </a:p>
      </dsp:txBody>
      <dsp:txXfrm>
        <a:off x="6131" y="368787"/>
        <a:ext cx="1900354" cy="1140212"/>
      </dsp:txXfrm>
    </dsp:sp>
    <dsp:sp modelId="{D046CE27-9A39-4997-87E5-A4C6328C020E}">
      <dsp:nvSpPr>
        <dsp:cNvPr id="0" name=""/>
        <dsp:cNvSpPr/>
      </dsp:nvSpPr>
      <dsp:spPr>
        <a:xfrm>
          <a:off x="4242121" y="893173"/>
          <a:ext cx="406481" cy="91440"/>
        </a:xfrm>
        <a:custGeom>
          <a:avLst/>
          <a:gdLst/>
          <a:ahLst/>
          <a:cxnLst/>
          <a:rect l="0" t="0" r="0" b="0"/>
          <a:pathLst>
            <a:path>
              <a:moveTo>
                <a:pt x="0" y="45720"/>
              </a:moveTo>
              <a:lnTo>
                <a:pt x="406481" y="45720"/>
              </a:lnTo>
            </a:path>
          </a:pathLst>
        </a:custGeom>
        <a:noFill/>
        <a:ln w="9525" cap="flat" cmpd="sng" algn="ctr">
          <a:solidFill>
            <a:schemeClr val="accent2">
              <a:hueOff val="585190"/>
              <a:satOff val="-730"/>
              <a:lumOff val="172"/>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34435" y="936705"/>
        <a:ext cx="21854" cy="4375"/>
      </dsp:txXfrm>
    </dsp:sp>
    <dsp:sp modelId="{0A1D83B0-9780-45B2-9CE7-9AEC1ABD899D}">
      <dsp:nvSpPr>
        <dsp:cNvPr id="0" name=""/>
        <dsp:cNvSpPr/>
      </dsp:nvSpPr>
      <dsp:spPr>
        <a:xfrm>
          <a:off x="2343567" y="368787"/>
          <a:ext cx="1900354" cy="1140212"/>
        </a:xfrm>
        <a:prstGeom prst="rect">
          <a:avLst/>
        </a:prstGeom>
        <a:gradFill rotWithShape="0">
          <a:gsLst>
            <a:gs pos="0">
              <a:schemeClr val="accent2">
                <a:hueOff val="520169"/>
                <a:satOff val="-649"/>
                <a:lumOff val="153"/>
                <a:alphaOff val="0"/>
                <a:tint val="100000"/>
                <a:shade val="100000"/>
                <a:satMod val="130000"/>
              </a:schemeClr>
            </a:gs>
            <a:gs pos="100000">
              <a:schemeClr val="accent2">
                <a:hueOff val="520169"/>
                <a:satOff val="-649"/>
                <a:lumOff val="15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3119" tIns="97745" rIns="93119" bIns="97745" numCol="1" spcCol="1270" anchor="ctr" anchorCtr="0">
          <a:noAutofit/>
        </a:bodyPr>
        <a:lstStyle/>
        <a:p>
          <a:pPr marL="0" lvl="0" indent="0" algn="ctr" defTabSz="889000">
            <a:lnSpc>
              <a:spcPct val="90000"/>
            </a:lnSpc>
            <a:spcBef>
              <a:spcPct val="0"/>
            </a:spcBef>
            <a:spcAft>
              <a:spcPct val="35000"/>
            </a:spcAft>
            <a:buNone/>
          </a:pPr>
          <a:r>
            <a:rPr lang="ar-MA" sz="2000" b="1" kern="1200" dirty="0">
              <a:solidFill>
                <a:schemeClr val="tx1">
                  <a:lumMod val="75000"/>
                  <a:lumOff val="25000"/>
                </a:schemeClr>
              </a:solidFill>
            </a:rPr>
            <a:t>الصبر والثبات عند الشدائد والأزمات</a:t>
          </a:r>
          <a:endParaRPr lang="en-US" sz="2000" b="1" kern="1200" dirty="0">
            <a:solidFill>
              <a:schemeClr val="tx1">
                <a:lumMod val="75000"/>
                <a:lumOff val="25000"/>
              </a:schemeClr>
            </a:solidFill>
          </a:endParaRPr>
        </a:p>
      </dsp:txBody>
      <dsp:txXfrm>
        <a:off x="2343567" y="368787"/>
        <a:ext cx="1900354" cy="1140212"/>
      </dsp:txXfrm>
    </dsp:sp>
    <dsp:sp modelId="{D005BD54-56EF-495D-BF53-7F2F80D45911}">
      <dsp:nvSpPr>
        <dsp:cNvPr id="0" name=""/>
        <dsp:cNvSpPr/>
      </dsp:nvSpPr>
      <dsp:spPr>
        <a:xfrm>
          <a:off x="6579557" y="893173"/>
          <a:ext cx="406481" cy="91440"/>
        </a:xfrm>
        <a:custGeom>
          <a:avLst/>
          <a:gdLst/>
          <a:ahLst/>
          <a:cxnLst/>
          <a:rect l="0" t="0" r="0" b="0"/>
          <a:pathLst>
            <a:path>
              <a:moveTo>
                <a:pt x="0" y="45720"/>
              </a:moveTo>
              <a:lnTo>
                <a:pt x="406481" y="45720"/>
              </a:lnTo>
            </a:path>
          </a:pathLst>
        </a:custGeom>
        <a:noFill/>
        <a:ln w="9525" cap="flat" cmpd="sng" algn="ctr">
          <a:solidFill>
            <a:schemeClr val="accent2">
              <a:hueOff val="1170380"/>
              <a:satOff val="-1460"/>
              <a:lumOff val="34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71871" y="936705"/>
        <a:ext cx="21854" cy="4375"/>
      </dsp:txXfrm>
    </dsp:sp>
    <dsp:sp modelId="{AFEA2222-83CA-494D-A456-8641357659E6}">
      <dsp:nvSpPr>
        <dsp:cNvPr id="0" name=""/>
        <dsp:cNvSpPr/>
      </dsp:nvSpPr>
      <dsp:spPr>
        <a:xfrm>
          <a:off x="4681003" y="368787"/>
          <a:ext cx="1900354" cy="1140212"/>
        </a:xfrm>
        <a:prstGeom prst="rect">
          <a:avLst/>
        </a:prstGeom>
        <a:gradFill rotWithShape="0">
          <a:gsLst>
            <a:gs pos="0">
              <a:schemeClr val="accent2">
                <a:hueOff val="1040338"/>
                <a:satOff val="-1298"/>
                <a:lumOff val="305"/>
                <a:alphaOff val="0"/>
                <a:tint val="100000"/>
                <a:shade val="100000"/>
                <a:satMod val="130000"/>
              </a:schemeClr>
            </a:gs>
            <a:gs pos="100000">
              <a:schemeClr val="accent2">
                <a:hueOff val="1040338"/>
                <a:satOff val="-1298"/>
                <a:lumOff val="305"/>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3119" tIns="97745" rIns="93119" bIns="97745"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عدم اليأس من روح الله مهما تعاظمت الصعوبات</a:t>
          </a:r>
          <a:endParaRPr lang="en-US" sz="2000" b="1" kern="1200">
            <a:solidFill>
              <a:schemeClr val="tx1">
                <a:lumMod val="75000"/>
                <a:lumOff val="25000"/>
              </a:schemeClr>
            </a:solidFill>
          </a:endParaRPr>
        </a:p>
      </dsp:txBody>
      <dsp:txXfrm>
        <a:off x="4681003" y="368787"/>
        <a:ext cx="1900354" cy="1140212"/>
      </dsp:txXfrm>
    </dsp:sp>
    <dsp:sp modelId="{6A737604-5B7B-4A1F-82BD-C19BEC027471}">
      <dsp:nvSpPr>
        <dsp:cNvPr id="0" name=""/>
        <dsp:cNvSpPr/>
      </dsp:nvSpPr>
      <dsp:spPr>
        <a:xfrm>
          <a:off x="956309" y="1507199"/>
          <a:ext cx="7012306" cy="406481"/>
        </a:xfrm>
        <a:custGeom>
          <a:avLst/>
          <a:gdLst/>
          <a:ahLst/>
          <a:cxnLst/>
          <a:rect l="0" t="0" r="0" b="0"/>
          <a:pathLst>
            <a:path>
              <a:moveTo>
                <a:pt x="7012306" y="0"/>
              </a:moveTo>
              <a:lnTo>
                <a:pt x="7012306" y="220340"/>
              </a:lnTo>
              <a:lnTo>
                <a:pt x="0" y="220340"/>
              </a:lnTo>
              <a:lnTo>
                <a:pt x="0" y="406481"/>
              </a:lnTo>
            </a:path>
          </a:pathLst>
        </a:custGeom>
        <a:noFill/>
        <a:ln w="9525" cap="flat" cmpd="sng" algn="ctr">
          <a:solidFill>
            <a:schemeClr val="accent2">
              <a:hueOff val="1755570"/>
              <a:satOff val="-2190"/>
              <a:lumOff val="515"/>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286814" y="1708252"/>
        <a:ext cx="351295" cy="4375"/>
      </dsp:txXfrm>
    </dsp:sp>
    <dsp:sp modelId="{9470EB31-E04D-4550-82C8-16AA3886F7E4}">
      <dsp:nvSpPr>
        <dsp:cNvPr id="0" name=""/>
        <dsp:cNvSpPr/>
      </dsp:nvSpPr>
      <dsp:spPr>
        <a:xfrm>
          <a:off x="7018438" y="368787"/>
          <a:ext cx="1900354" cy="1140212"/>
        </a:xfrm>
        <a:prstGeom prst="rect">
          <a:avLst/>
        </a:prstGeom>
        <a:gradFill rotWithShape="0">
          <a:gsLst>
            <a:gs pos="0">
              <a:schemeClr val="accent2">
                <a:hueOff val="1560506"/>
                <a:satOff val="-1946"/>
                <a:lumOff val="458"/>
                <a:alphaOff val="0"/>
                <a:tint val="100000"/>
                <a:shade val="100000"/>
                <a:satMod val="130000"/>
              </a:schemeClr>
            </a:gs>
            <a:gs pos="100000">
              <a:schemeClr val="accent2">
                <a:hueOff val="1560506"/>
                <a:satOff val="-1946"/>
                <a:lumOff val="45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3119" tIns="97745" rIns="93119" bIns="97745" numCol="1" spcCol="1270" anchor="ctr" anchorCtr="0">
          <a:noAutofit/>
        </a:bodyPr>
        <a:lstStyle/>
        <a:p>
          <a:pPr marL="0" lvl="0" indent="0" algn="ctr" defTabSz="889000">
            <a:lnSpc>
              <a:spcPct val="90000"/>
            </a:lnSpc>
            <a:spcBef>
              <a:spcPct val="0"/>
            </a:spcBef>
            <a:spcAft>
              <a:spcPct val="35000"/>
            </a:spcAft>
            <a:buNone/>
          </a:pPr>
          <a:r>
            <a:rPr lang="ar-MA" sz="2000" b="1" kern="1200" dirty="0">
              <a:solidFill>
                <a:schemeClr val="tx1">
                  <a:lumMod val="75000"/>
                  <a:lumOff val="25000"/>
                </a:schemeClr>
              </a:solidFill>
            </a:rPr>
            <a:t>التوكل على الله مع الأخذ بالأسباب المتاحة</a:t>
          </a:r>
          <a:endParaRPr lang="en-US" sz="2000" b="1" kern="1200" dirty="0">
            <a:solidFill>
              <a:schemeClr val="tx1">
                <a:lumMod val="75000"/>
                <a:lumOff val="25000"/>
              </a:schemeClr>
            </a:solidFill>
          </a:endParaRPr>
        </a:p>
      </dsp:txBody>
      <dsp:txXfrm>
        <a:off x="7018438" y="368787"/>
        <a:ext cx="1900354" cy="1140212"/>
      </dsp:txXfrm>
    </dsp:sp>
    <dsp:sp modelId="{389EE75E-6E7F-4B05-95F0-DAC258189B0A}">
      <dsp:nvSpPr>
        <dsp:cNvPr id="0" name=""/>
        <dsp:cNvSpPr/>
      </dsp:nvSpPr>
      <dsp:spPr>
        <a:xfrm>
          <a:off x="1904686" y="2470467"/>
          <a:ext cx="406481" cy="91440"/>
        </a:xfrm>
        <a:custGeom>
          <a:avLst/>
          <a:gdLst/>
          <a:ahLst/>
          <a:cxnLst/>
          <a:rect l="0" t="0" r="0" b="0"/>
          <a:pathLst>
            <a:path>
              <a:moveTo>
                <a:pt x="0" y="45720"/>
              </a:moveTo>
              <a:lnTo>
                <a:pt x="406481" y="45720"/>
              </a:lnTo>
            </a:path>
          </a:pathLst>
        </a:custGeom>
        <a:noFill/>
        <a:ln w="9525" cap="flat" cmpd="sng" algn="ctr">
          <a:solidFill>
            <a:schemeClr val="accent2">
              <a:hueOff val="2340759"/>
              <a:satOff val="-2919"/>
              <a:lumOff val="68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6999" y="2513999"/>
        <a:ext cx="21854" cy="4375"/>
      </dsp:txXfrm>
    </dsp:sp>
    <dsp:sp modelId="{C3834E85-6449-4486-A571-A62189196F3C}">
      <dsp:nvSpPr>
        <dsp:cNvPr id="0" name=""/>
        <dsp:cNvSpPr/>
      </dsp:nvSpPr>
      <dsp:spPr>
        <a:xfrm>
          <a:off x="6131" y="1946081"/>
          <a:ext cx="1900354" cy="1140212"/>
        </a:xfrm>
        <a:prstGeom prst="rect">
          <a:avLst/>
        </a:prstGeom>
        <a:gradFill rotWithShape="0">
          <a:gsLst>
            <a:gs pos="0">
              <a:schemeClr val="accent2">
                <a:hueOff val="2080675"/>
                <a:satOff val="-2595"/>
                <a:lumOff val="610"/>
                <a:alphaOff val="0"/>
                <a:tint val="100000"/>
                <a:shade val="100000"/>
                <a:satMod val="130000"/>
              </a:schemeClr>
            </a:gs>
            <a:gs pos="100000">
              <a:schemeClr val="accent2">
                <a:hueOff val="2080675"/>
                <a:satOff val="-2595"/>
                <a:lumOff val="61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3119" tIns="97745" rIns="93119" bIns="97745"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الاستمرار في الدعاء والتضرع إلى الله في كل الأحوال</a:t>
          </a:r>
          <a:endParaRPr lang="en-US" sz="2000" b="1" kern="1200">
            <a:solidFill>
              <a:schemeClr val="tx1">
                <a:lumMod val="75000"/>
                <a:lumOff val="25000"/>
              </a:schemeClr>
            </a:solidFill>
          </a:endParaRPr>
        </a:p>
      </dsp:txBody>
      <dsp:txXfrm>
        <a:off x="6131" y="1946081"/>
        <a:ext cx="1900354" cy="1140212"/>
      </dsp:txXfrm>
    </dsp:sp>
    <dsp:sp modelId="{71D9767C-5573-4A0C-A5F0-0434A5F75D22}">
      <dsp:nvSpPr>
        <dsp:cNvPr id="0" name=""/>
        <dsp:cNvSpPr/>
      </dsp:nvSpPr>
      <dsp:spPr>
        <a:xfrm>
          <a:off x="4242121" y="2470467"/>
          <a:ext cx="406481" cy="91440"/>
        </a:xfrm>
        <a:custGeom>
          <a:avLst/>
          <a:gdLst/>
          <a:ahLst/>
          <a:cxnLst/>
          <a:rect l="0" t="0" r="0" b="0"/>
          <a:pathLst>
            <a:path>
              <a:moveTo>
                <a:pt x="0" y="45720"/>
              </a:moveTo>
              <a:lnTo>
                <a:pt x="406481" y="45720"/>
              </a:lnTo>
            </a:path>
          </a:pathLst>
        </a:custGeom>
        <a:noFill/>
        <a:ln w="9525" cap="flat" cmpd="sng" algn="ctr">
          <a:solidFill>
            <a:schemeClr val="accent2">
              <a:hueOff val="2925949"/>
              <a:satOff val="-3649"/>
              <a:lumOff val="858"/>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34435" y="2513999"/>
        <a:ext cx="21854" cy="4375"/>
      </dsp:txXfrm>
    </dsp:sp>
    <dsp:sp modelId="{754A5DFE-142A-450E-903D-8EF7310A4F7F}">
      <dsp:nvSpPr>
        <dsp:cNvPr id="0" name=""/>
        <dsp:cNvSpPr/>
      </dsp:nvSpPr>
      <dsp:spPr>
        <a:xfrm>
          <a:off x="2343567" y="1946081"/>
          <a:ext cx="1900354" cy="1140212"/>
        </a:xfrm>
        <a:prstGeom prst="rect">
          <a:avLst/>
        </a:prstGeom>
        <a:gradFill rotWithShape="0">
          <a:gsLst>
            <a:gs pos="0">
              <a:schemeClr val="accent2">
                <a:hueOff val="2600844"/>
                <a:satOff val="-3244"/>
                <a:lumOff val="763"/>
                <a:alphaOff val="0"/>
                <a:tint val="100000"/>
                <a:shade val="100000"/>
                <a:satMod val="130000"/>
              </a:schemeClr>
            </a:gs>
            <a:gs pos="100000">
              <a:schemeClr val="accent2">
                <a:hueOff val="2600844"/>
                <a:satOff val="-3244"/>
                <a:lumOff val="76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3119" tIns="97745" rIns="93119" bIns="97745"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تحقيق الإنجازات:</a:t>
          </a:r>
          <a:endParaRPr lang="en-US" sz="2000" b="1" kern="1200">
            <a:solidFill>
              <a:schemeClr val="tx1">
                <a:lumMod val="75000"/>
                <a:lumOff val="25000"/>
              </a:schemeClr>
            </a:solidFill>
          </a:endParaRPr>
        </a:p>
      </dsp:txBody>
      <dsp:txXfrm>
        <a:off x="2343567" y="1946081"/>
        <a:ext cx="1900354" cy="1140212"/>
      </dsp:txXfrm>
    </dsp:sp>
    <dsp:sp modelId="{7745DE60-E41B-40ED-9EB6-0C6A77385D35}">
      <dsp:nvSpPr>
        <dsp:cNvPr id="0" name=""/>
        <dsp:cNvSpPr/>
      </dsp:nvSpPr>
      <dsp:spPr>
        <a:xfrm>
          <a:off x="6579557" y="2470467"/>
          <a:ext cx="406481" cy="91440"/>
        </a:xfrm>
        <a:custGeom>
          <a:avLst/>
          <a:gdLst/>
          <a:ahLst/>
          <a:cxnLst/>
          <a:rect l="0" t="0" r="0" b="0"/>
          <a:pathLst>
            <a:path>
              <a:moveTo>
                <a:pt x="0" y="45720"/>
              </a:moveTo>
              <a:lnTo>
                <a:pt x="406481" y="45720"/>
              </a:lnTo>
            </a:path>
          </a:pathLst>
        </a:custGeom>
        <a:noFill/>
        <a:ln w="9525" cap="flat" cmpd="sng" algn="ctr">
          <a:solidFill>
            <a:schemeClr val="accent2">
              <a:hueOff val="3511139"/>
              <a:satOff val="-4379"/>
              <a:lumOff val="103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71871" y="2513999"/>
        <a:ext cx="21854" cy="4375"/>
      </dsp:txXfrm>
    </dsp:sp>
    <dsp:sp modelId="{C75598AC-C869-45CE-93BC-4C1C84197F60}">
      <dsp:nvSpPr>
        <dsp:cNvPr id="0" name=""/>
        <dsp:cNvSpPr/>
      </dsp:nvSpPr>
      <dsp:spPr>
        <a:xfrm>
          <a:off x="4681003" y="1946081"/>
          <a:ext cx="1900354" cy="1140212"/>
        </a:xfrm>
        <a:prstGeom prst="rect">
          <a:avLst/>
        </a:prstGeom>
        <a:gradFill rotWithShape="0">
          <a:gsLst>
            <a:gs pos="0">
              <a:schemeClr val="accent2">
                <a:hueOff val="3121013"/>
                <a:satOff val="-3893"/>
                <a:lumOff val="915"/>
                <a:alphaOff val="0"/>
                <a:tint val="100000"/>
                <a:shade val="100000"/>
                <a:satMod val="130000"/>
              </a:schemeClr>
            </a:gs>
            <a:gs pos="100000">
              <a:schemeClr val="accent2">
                <a:hueOff val="3121013"/>
                <a:satOff val="-3893"/>
                <a:lumOff val="915"/>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3119" tIns="97745" rIns="93119" bIns="97745"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الإيمان بالقدرات الذاتية والاستعانة بالله لتحقيق الأهداف</a:t>
          </a:r>
          <a:endParaRPr lang="en-US" sz="2000" b="1" kern="1200">
            <a:solidFill>
              <a:schemeClr val="tx1">
                <a:lumMod val="75000"/>
                <a:lumOff val="25000"/>
              </a:schemeClr>
            </a:solidFill>
          </a:endParaRPr>
        </a:p>
      </dsp:txBody>
      <dsp:txXfrm>
        <a:off x="4681003" y="1946081"/>
        <a:ext cx="1900354" cy="1140212"/>
      </dsp:txXfrm>
    </dsp:sp>
    <dsp:sp modelId="{FFE17AB4-99DA-4D00-AB2C-A656488B2C19}">
      <dsp:nvSpPr>
        <dsp:cNvPr id="0" name=""/>
        <dsp:cNvSpPr/>
      </dsp:nvSpPr>
      <dsp:spPr>
        <a:xfrm>
          <a:off x="956309" y="3084493"/>
          <a:ext cx="7012306" cy="406481"/>
        </a:xfrm>
        <a:custGeom>
          <a:avLst/>
          <a:gdLst/>
          <a:ahLst/>
          <a:cxnLst/>
          <a:rect l="0" t="0" r="0" b="0"/>
          <a:pathLst>
            <a:path>
              <a:moveTo>
                <a:pt x="7012306" y="0"/>
              </a:moveTo>
              <a:lnTo>
                <a:pt x="7012306" y="220340"/>
              </a:lnTo>
              <a:lnTo>
                <a:pt x="0" y="220340"/>
              </a:lnTo>
              <a:lnTo>
                <a:pt x="0" y="406481"/>
              </a:lnTo>
            </a:path>
          </a:pathLst>
        </a:custGeom>
        <a:noFill/>
        <a:ln w="9525" cap="flat" cmpd="sng" algn="ctr">
          <a:solidFill>
            <a:schemeClr val="accent2">
              <a:hueOff val="4096329"/>
              <a:satOff val="-5109"/>
              <a:lumOff val="1201"/>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286814" y="3285546"/>
        <a:ext cx="351295" cy="4375"/>
      </dsp:txXfrm>
    </dsp:sp>
    <dsp:sp modelId="{8A442EDC-90BB-4618-A1FF-C2730E481A51}">
      <dsp:nvSpPr>
        <dsp:cNvPr id="0" name=""/>
        <dsp:cNvSpPr/>
      </dsp:nvSpPr>
      <dsp:spPr>
        <a:xfrm>
          <a:off x="7018438" y="1946081"/>
          <a:ext cx="1900354" cy="1140212"/>
        </a:xfrm>
        <a:prstGeom prst="rect">
          <a:avLst/>
        </a:prstGeom>
        <a:gradFill rotWithShape="0">
          <a:gsLst>
            <a:gs pos="0">
              <a:schemeClr val="accent2">
                <a:hueOff val="3641181"/>
                <a:satOff val="-4541"/>
                <a:lumOff val="1068"/>
                <a:alphaOff val="0"/>
                <a:tint val="100000"/>
                <a:shade val="100000"/>
                <a:satMod val="130000"/>
              </a:schemeClr>
            </a:gs>
            <a:gs pos="100000">
              <a:schemeClr val="accent2">
                <a:hueOff val="3641181"/>
                <a:satOff val="-4541"/>
                <a:lumOff val="106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3119" tIns="97745" rIns="93119" bIns="97745"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الاستمرار في العمل رغم العقبات والمثبطات</a:t>
          </a:r>
          <a:endParaRPr lang="en-US" sz="2000" b="1" kern="1200">
            <a:solidFill>
              <a:schemeClr val="tx1">
                <a:lumMod val="75000"/>
                <a:lumOff val="25000"/>
              </a:schemeClr>
            </a:solidFill>
          </a:endParaRPr>
        </a:p>
      </dsp:txBody>
      <dsp:txXfrm>
        <a:off x="7018438" y="1946081"/>
        <a:ext cx="1900354" cy="1140212"/>
      </dsp:txXfrm>
    </dsp:sp>
    <dsp:sp modelId="{D53E9D21-58CF-4CB9-A99F-4171BF5FB2EA}">
      <dsp:nvSpPr>
        <dsp:cNvPr id="0" name=""/>
        <dsp:cNvSpPr/>
      </dsp:nvSpPr>
      <dsp:spPr>
        <a:xfrm>
          <a:off x="1904686" y="4047761"/>
          <a:ext cx="406481" cy="91440"/>
        </a:xfrm>
        <a:custGeom>
          <a:avLst/>
          <a:gdLst/>
          <a:ahLst/>
          <a:cxnLst/>
          <a:rect l="0" t="0" r="0" b="0"/>
          <a:pathLst>
            <a:path>
              <a:moveTo>
                <a:pt x="0" y="45720"/>
              </a:moveTo>
              <a:lnTo>
                <a:pt x="406481" y="45720"/>
              </a:lnTo>
            </a:path>
          </a:pathLst>
        </a:custGeom>
        <a:noFill/>
        <a:ln w="9525" cap="flat" cmpd="sng" algn="ctr">
          <a:solidFill>
            <a:schemeClr val="accent2">
              <a:hueOff val="4681519"/>
              <a:satOff val="-5839"/>
              <a:lumOff val="137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6999" y="4091293"/>
        <a:ext cx="21854" cy="4375"/>
      </dsp:txXfrm>
    </dsp:sp>
    <dsp:sp modelId="{BFE83BCB-5144-4620-AC83-BDD65144185F}">
      <dsp:nvSpPr>
        <dsp:cNvPr id="0" name=""/>
        <dsp:cNvSpPr/>
      </dsp:nvSpPr>
      <dsp:spPr>
        <a:xfrm>
          <a:off x="6131" y="3523375"/>
          <a:ext cx="1900354" cy="1140212"/>
        </a:xfrm>
        <a:prstGeom prst="rect">
          <a:avLst/>
        </a:prstGeom>
        <a:gradFill rotWithShape="0">
          <a:gsLst>
            <a:gs pos="0">
              <a:schemeClr val="accent2">
                <a:hueOff val="4161350"/>
                <a:satOff val="-5190"/>
                <a:lumOff val="1220"/>
                <a:alphaOff val="0"/>
                <a:tint val="100000"/>
                <a:shade val="100000"/>
                <a:satMod val="130000"/>
              </a:schemeClr>
            </a:gs>
            <a:gs pos="100000">
              <a:schemeClr val="accent2">
                <a:hueOff val="4161350"/>
                <a:satOff val="-5190"/>
                <a:lumOff val="122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3119" tIns="97745" rIns="93119" bIns="97745"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اليقين بأن النجاح يحتاج إلى مزيج من الإيمان القوي والعمل الدؤوب</a:t>
          </a:r>
          <a:endParaRPr lang="en-US" sz="2000" b="1" kern="1200">
            <a:solidFill>
              <a:schemeClr val="tx1">
                <a:lumMod val="75000"/>
                <a:lumOff val="25000"/>
              </a:schemeClr>
            </a:solidFill>
          </a:endParaRPr>
        </a:p>
      </dsp:txBody>
      <dsp:txXfrm>
        <a:off x="6131" y="3523375"/>
        <a:ext cx="1900354" cy="1140212"/>
      </dsp:txXfrm>
    </dsp:sp>
    <dsp:sp modelId="{DBE54B4B-71A2-4186-839B-A9F0DF70942D}">
      <dsp:nvSpPr>
        <dsp:cNvPr id="0" name=""/>
        <dsp:cNvSpPr/>
      </dsp:nvSpPr>
      <dsp:spPr>
        <a:xfrm>
          <a:off x="2343567" y="3523375"/>
          <a:ext cx="1900354" cy="1140212"/>
        </a:xfrm>
        <a:prstGeom prst="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3119" tIns="97745" rIns="93119" bIns="97745" numCol="1" spcCol="1270" anchor="ctr" anchorCtr="0">
          <a:noAutofit/>
        </a:bodyPr>
        <a:lstStyle/>
        <a:p>
          <a:pPr marL="0" lvl="0" indent="0" algn="ctr" defTabSz="889000">
            <a:lnSpc>
              <a:spcPct val="90000"/>
            </a:lnSpc>
            <a:spcBef>
              <a:spcPct val="0"/>
            </a:spcBef>
            <a:spcAft>
              <a:spcPct val="35000"/>
            </a:spcAft>
            <a:buNone/>
          </a:pPr>
          <a:r>
            <a:rPr lang="ar-MA" sz="2000" b="1" kern="1200" dirty="0">
              <a:solidFill>
                <a:schemeClr val="tx1">
                  <a:lumMod val="75000"/>
                  <a:lumOff val="25000"/>
                </a:schemeClr>
              </a:solidFill>
            </a:rPr>
            <a:t>الاستفادة من التجارب السابقة والاستمرار في التطوير الذاتي</a:t>
          </a:r>
          <a:endParaRPr lang="en-US" sz="2000" b="1" kern="1200" dirty="0">
            <a:solidFill>
              <a:schemeClr val="tx1">
                <a:lumMod val="75000"/>
                <a:lumOff val="25000"/>
              </a:schemeClr>
            </a:solidFill>
          </a:endParaRPr>
        </a:p>
      </dsp:txBody>
      <dsp:txXfrm>
        <a:off x="2343567" y="3523375"/>
        <a:ext cx="1900354" cy="11402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EB8C2A-F16E-4604-903E-C6DB3E38D058}">
      <dsp:nvSpPr>
        <dsp:cNvPr id="0" name=""/>
        <dsp:cNvSpPr/>
      </dsp:nvSpPr>
      <dsp:spPr>
        <a:xfrm>
          <a:off x="0" y="21137"/>
          <a:ext cx="8953499" cy="4797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الإعداد المادي:</a:t>
          </a:r>
          <a:endParaRPr lang="en-US" sz="2000" b="1" kern="1200">
            <a:solidFill>
              <a:schemeClr val="tx1">
                <a:lumMod val="75000"/>
                <a:lumOff val="25000"/>
              </a:schemeClr>
            </a:solidFill>
          </a:endParaRPr>
        </a:p>
      </dsp:txBody>
      <dsp:txXfrm>
        <a:off x="23417" y="44554"/>
        <a:ext cx="8906665" cy="432866"/>
      </dsp:txXfrm>
    </dsp:sp>
    <dsp:sp modelId="{DEB96FCC-7C5F-4DF0-AF0A-06D7F1276D67}">
      <dsp:nvSpPr>
        <dsp:cNvPr id="0" name=""/>
        <dsp:cNvSpPr/>
      </dsp:nvSpPr>
      <dsp:spPr>
        <a:xfrm>
          <a:off x="0" y="515237"/>
          <a:ext cx="8953499" cy="479700"/>
        </a:xfrm>
        <a:prstGeom prst="roundRect">
          <a:avLst/>
        </a:prstGeom>
        <a:solidFill>
          <a:schemeClr val="accent5">
            <a:hueOff val="-1103764"/>
            <a:satOff val="4423"/>
            <a:lumOff val="9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تنظيم الجيش إلى ميمنة وميسرة وقلب بقيادات محددة</a:t>
          </a:r>
          <a:endParaRPr lang="en-US" sz="2000" b="1" kern="1200">
            <a:solidFill>
              <a:schemeClr val="tx1">
                <a:lumMod val="75000"/>
                <a:lumOff val="25000"/>
              </a:schemeClr>
            </a:solidFill>
          </a:endParaRPr>
        </a:p>
      </dsp:txBody>
      <dsp:txXfrm>
        <a:off x="23417" y="538654"/>
        <a:ext cx="8906665" cy="432866"/>
      </dsp:txXfrm>
    </dsp:sp>
    <dsp:sp modelId="{C0C43505-5E34-47A4-BDDA-59F2FDA59336}">
      <dsp:nvSpPr>
        <dsp:cNvPr id="0" name=""/>
        <dsp:cNvSpPr/>
      </dsp:nvSpPr>
      <dsp:spPr>
        <a:xfrm>
          <a:off x="0" y="1009337"/>
          <a:ext cx="8953499" cy="479700"/>
        </a:xfrm>
        <a:prstGeom prst="roundRect">
          <a:avLst/>
        </a:prstGeom>
        <a:solidFill>
          <a:schemeClr val="accent5">
            <a:hueOff val="-2207528"/>
            <a:satOff val="8847"/>
            <a:lumOff val="191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التخطيط المسبق لاستراتيجية المعركة والمواقع القتالية</a:t>
          </a:r>
          <a:endParaRPr lang="en-US" sz="2000" b="1" kern="1200">
            <a:solidFill>
              <a:schemeClr val="tx1">
                <a:lumMod val="75000"/>
                <a:lumOff val="25000"/>
              </a:schemeClr>
            </a:solidFill>
          </a:endParaRPr>
        </a:p>
      </dsp:txBody>
      <dsp:txXfrm>
        <a:off x="23417" y="1032754"/>
        <a:ext cx="8906665" cy="432866"/>
      </dsp:txXfrm>
    </dsp:sp>
    <dsp:sp modelId="{1D05494E-EB3A-476B-B209-3EC8C3C6CCB1}">
      <dsp:nvSpPr>
        <dsp:cNvPr id="0" name=""/>
        <dsp:cNvSpPr/>
      </dsp:nvSpPr>
      <dsp:spPr>
        <a:xfrm>
          <a:off x="0" y="1503437"/>
          <a:ext cx="8953499" cy="479700"/>
        </a:xfrm>
        <a:prstGeom prst="roundRect">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dirty="0">
              <a:solidFill>
                <a:schemeClr val="tx1">
                  <a:lumMod val="75000"/>
                  <a:lumOff val="25000"/>
                </a:schemeClr>
              </a:solidFill>
            </a:rPr>
            <a:t>استغلال الموارد المتاحة (الماء، الموقع، الرصد) بكفاءة</a:t>
          </a:r>
          <a:endParaRPr lang="en-US" sz="2000" b="1" kern="1200" dirty="0">
            <a:solidFill>
              <a:schemeClr val="tx1">
                <a:lumMod val="75000"/>
                <a:lumOff val="25000"/>
              </a:schemeClr>
            </a:solidFill>
          </a:endParaRPr>
        </a:p>
      </dsp:txBody>
      <dsp:txXfrm>
        <a:off x="23417" y="1526854"/>
        <a:ext cx="8906665" cy="432866"/>
      </dsp:txXfrm>
    </dsp:sp>
    <dsp:sp modelId="{1DE69529-507C-471D-A2CB-97E8DE776B2B}">
      <dsp:nvSpPr>
        <dsp:cNvPr id="0" name=""/>
        <dsp:cNvSpPr/>
      </dsp:nvSpPr>
      <dsp:spPr>
        <a:xfrm>
          <a:off x="0" y="1997537"/>
          <a:ext cx="8953499" cy="479700"/>
        </a:xfrm>
        <a:prstGeom prst="roundRect">
          <a:avLst/>
        </a:prstGeom>
        <a:solidFill>
          <a:schemeClr val="accent5">
            <a:hueOff val="-4415056"/>
            <a:satOff val="17694"/>
            <a:lumOff val="38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dirty="0">
              <a:solidFill>
                <a:schemeClr val="tx1">
                  <a:lumMod val="75000"/>
                  <a:lumOff val="25000"/>
                </a:schemeClr>
              </a:solidFill>
            </a:rPr>
            <a:t>وضع خطة للمبارزات الفردية في بداية المعركة (حمزة، علي، عبيدة)</a:t>
          </a:r>
          <a:endParaRPr lang="en-US" sz="2000" b="1" kern="1200" dirty="0">
            <a:solidFill>
              <a:schemeClr val="tx1">
                <a:lumMod val="75000"/>
                <a:lumOff val="25000"/>
              </a:schemeClr>
            </a:solidFill>
          </a:endParaRPr>
        </a:p>
      </dsp:txBody>
      <dsp:txXfrm>
        <a:off x="23417" y="2020954"/>
        <a:ext cx="8906665" cy="432866"/>
      </dsp:txXfrm>
    </dsp:sp>
    <dsp:sp modelId="{AA00D58A-F497-4E90-81A0-0F3A5560E8B1}">
      <dsp:nvSpPr>
        <dsp:cNvPr id="0" name=""/>
        <dsp:cNvSpPr/>
      </dsp:nvSpPr>
      <dsp:spPr>
        <a:xfrm>
          <a:off x="0" y="2491637"/>
          <a:ext cx="8953499" cy="479700"/>
        </a:xfrm>
        <a:prstGeom prst="roundRect">
          <a:avLst/>
        </a:prstGeom>
        <a:solidFill>
          <a:schemeClr val="accent5">
            <a:hueOff val="-5518820"/>
            <a:satOff val="22117"/>
            <a:lumOff val="479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الإعداد المعنوي:</a:t>
          </a:r>
          <a:endParaRPr lang="en-US" sz="2000" b="1" kern="1200">
            <a:solidFill>
              <a:schemeClr val="tx1">
                <a:lumMod val="75000"/>
                <a:lumOff val="25000"/>
              </a:schemeClr>
            </a:solidFill>
          </a:endParaRPr>
        </a:p>
      </dsp:txBody>
      <dsp:txXfrm>
        <a:off x="23417" y="2515054"/>
        <a:ext cx="8906665" cy="432866"/>
      </dsp:txXfrm>
    </dsp:sp>
    <dsp:sp modelId="{F0ECF2FF-D368-461B-8667-D13FF97EB2C0}">
      <dsp:nvSpPr>
        <dsp:cNvPr id="0" name=""/>
        <dsp:cNvSpPr/>
      </dsp:nvSpPr>
      <dsp:spPr>
        <a:xfrm>
          <a:off x="0" y="2985737"/>
          <a:ext cx="8953499" cy="479700"/>
        </a:xfrm>
        <a:prstGeom prst="roundRect">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تحفيز النبي ﷺ للصحابة بذكر فضل الشهادة والجهاد</a:t>
          </a:r>
          <a:endParaRPr lang="en-US" sz="2000" b="1" kern="1200">
            <a:solidFill>
              <a:schemeClr val="tx1">
                <a:lumMod val="75000"/>
                <a:lumOff val="25000"/>
              </a:schemeClr>
            </a:solidFill>
          </a:endParaRPr>
        </a:p>
      </dsp:txBody>
      <dsp:txXfrm>
        <a:off x="23417" y="3009154"/>
        <a:ext cx="8906665" cy="432866"/>
      </dsp:txXfrm>
    </dsp:sp>
    <dsp:sp modelId="{9DC10DC6-E437-4257-8493-BBD349C8D4A3}">
      <dsp:nvSpPr>
        <dsp:cNvPr id="0" name=""/>
        <dsp:cNvSpPr/>
      </dsp:nvSpPr>
      <dsp:spPr>
        <a:xfrm>
          <a:off x="0" y="3479837"/>
          <a:ext cx="8953499" cy="479700"/>
        </a:xfrm>
        <a:prstGeom prst="roundRect">
          <a:avLst/>
        </a:prstGeom>
        <a:solidFill>
          <a:schemeClr val="accent5">
            <a:hueOff val="-7726349"/>
            <a:satOff val="30964"/>
            <a:lumOff val="671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"والذي نفس محمد بيده، لا يقاتلهم اليوم رجل فيقتل صابراً محتسباً، مقبلاً غير مدبر، إلا أدخله الله الجنة"</a:t>
          </a:r>
          <a:endParaRPr lang="en-US" sz="2000" b="1" kern="1200">
            <a:solidFill>
              <a:schemeClr val="tx1">
                <a:lumMod val="75000"/>
                <a:lumOff val="25000"/>
              </a:schemeClr>
            </a:solidFill>
          </a:endParaRPr>
        </a:p>
      </dsp:txBody>
      <dsp:txXfrm>
        <a:off x="23417" y="3503254"/>
        <a:ext cx="8906665" cy="432866"/>
      </dsp:txXfrm>
    </dsp:sp>
    <dsp:sp modelId="{54042317-22D5-49BA-A5FE-C2592B67AB73}">
      <dsp:nvSpPr>
        <dsp:cNvPr id="0" name=""/>
        <dsp:cNvSpPr/>
      </dsp:nvSpPr>
      <dsp:spPr>
        <a:xfrm>
          <a:off x="0" y="3973937"/>
          <a:ext cx="8953499" cy="479700"/>
        </a:xfrm>
        <a:prstGeom prst="roundRect">
          <a:avLst/>
        </a:prstGeom>
        <a:solidFill>
          <a:schemeClr val="accent5">
            <a:hueOff val="-8830112"/>
            <a:satOff val="35388"/>
            <a:lumOff val="766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solidFill>
                <a:schemeClr val="tx1">
                  <a:lumMod val="75000"/>
                  <a:lumOff val="25000"/>
                </a:schemeClr>
              </a:solidFill>
            </a:rPr>
            <a:t>رفع الروح المعنوية من خلال التذكير بظلم قريش وبغيها</a:t>
          </a:r>
          <a:endParaRPr lang="en-US" sz="2000" b="1" kern="1200">
            <a:solidFill>
              <a:schemeClr val="tx1">
                <a:lumMod val="75000"/>
                <a:lumOff val="25000"/>
              </a:schemeClr>
            </a:solidFill>
          </a:endParaRPr>
        </a:p>
      </dsp:txBody>
      <dsp:txXfrm>
        <a:off x="23417" y="3997354"/>
        <a:ext cx="8906665" cy="432866"/>
      </dsp:txXfrm>
    </dsp:sp>
    <dsp:sp modelId="{0277E69D-29C1-4C94-8B04-096F64650DE2}">
      <dsp:nvSpPr>
        <dsp:cNvPr id="0" name=""/>
        <dsp:cNvSpPr/>
      </dsp:nvSpPr>
      <dsp:spPr>
        <a:xfrm>
          <a:off x="0" y="4468037"/>
          <a:ext cx="8953499" cy="47970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dirty="0">
              <a:solidFill>
                <a:schemeClr val="tx1">
                  <a:lumMod val="75000"/>
                  <a:lumOff val="25000"/>
                </a:schemeClr>
              </a:solidFill>
            </a:rPr>
            <a:t>بث اليقين بالنصر: "هذا مصرع فلان غداً، وهذا مصرع فلان غداً"</a:t>
          </a:r>
          <a:endParaRPr lang="en-US" sz="2000" b="1" kern="1200" dirty="0">
            <a:solidFill>
              <a:schemeClr val="tx1">
                <a:lumMod val="75000"/>
                <a:lumOff val="25000"/>
              </a:schemeClr>
            </a:solidFill>
          </a:endParaRPr>
        </a:p>
      </dsp:txBody>
      <dsp:txXfrm>
        <a:off x="23417" y="4491454"/>
        <a:ext cx="8906665" cy="4328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5923E3-AF07-450B-8718-868DB05F0EF5}">
      <dsp:nvSpPr>
        <dsp:cNvPr id="0" name=""/>
        <dsp:cNvSpPr/>
      </dsp:nvSpPr>
      <dsp:spPr>
        <a:xfrm>
          <a:off x="2589" y="437157"/>
          <a:ext cx="2054423" cy="123265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ar-MA" sz="2200" b="1" kern="1200" dirty="0"/>
            <a:t>المفهوم الإسلامي للتوكل:</a:t>
          </a:r>
          <a:endParaRPr lang="en-US" sz="2200" b="1" kern="1200" dirty="0"/>
        </a:p>
      </dsp:txBody>
      <dsp:txXfrm>
        <a:off x="2589" y="437157"/>
        <a:ext cx="2054423" cy="1232654"/>
      </dsp:txXfrm>
    </dsp:sp>
    <dsp:sp modelId="{2F38317D-E7B2-4F61-9A91-0D5285B36117}">
      <dsp:nvSpPr>
        <dsp:cNvPr id="0" name=""/>
        <dsp:cNvSpPr/>
      </dsp:nvSpPr>
      <dsp:spPr>
        <a:xfrm>
          <a:off x="2262455" y="437157"/>
          <a:ext cx="2054423" cy="123265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ar-MA" sz="2200" b="1" kern="1200"/>
            <a:t>ليس التواكل أو ترك الأسباب، بل هو الاعتماد على الله مع بذل الجهد</a:t>
          </a:r>
          <a:endParaRPr lang="en-US" sz="2200" b="1" kern="1200"/>
        </a:p>
      </dsp:txBody>
      <dsp:txXfrm>
        <a:off x="2262455" y="437157"/>
        <a:ext cx="2054423" cy="1232654"/>
      </dsp:txXfrm>
    </dsp:sp>
    <dsp:sp modelId="{AF79B2FB-8259-40F4-B90B-526D110D9235}">
      <dsp:nvSpPr>
        <dsp:cNvPr id="0" name=""/>
        <dsp:cNvSpPr/>
      </dsp:nvSpPr>
      <dsp:spPr>
        <a:xfrm>
          <a:off x="4522321" y="437157"/>
          <a:ext cx="2054423" cy="123265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ar-MA" sz="2200" b="1" kern="1200"/>
            <a:t>"اعقلها وتوكل" - قصة الأعرابي مع النبي ﷺ</a:t>
          </a:r>
          <a:endParaRPr lang="en-US" sz="2200" b="1" kern="1200"/>
        </a:p>
      </dsp:txBody>
      <dsp:txXfrm>
        <a:off x="4522321" y="437157"/>
        <a:ext cx="2054423" cy="1232654"/>
      </dsp:txXfrm>
    </dsp:sp>
    <dsp:sp modelId="{737BD805-E00F-44BF-8C74-8384147289BE}">
      <dsp:nvSpPr>
        <dsp:cNvPr id="0" name=""/>
        <dsp:cNvSpPr/>
      </dsp:nvSpPr>
      <dsp:spPr>
        <a:xfrm>
          <a:off x="6782186" y="437157"/>
          <a:ext cx="2054423" cy="123265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ar-MA" sz="2200" b="1" kern="1200" dirty="0"/>
            <a:t>الجمع بين الإيمان القلبي والعمل الجاد</a:t>
          </a:r>
          <a:endParaRPr lang="en-US" sz="2200" b="1" kern="1200" dirty="0"/>
        </a:p>
      </dsp:txBody>
      <dsp:txXfrm>
        <a:off x="6782186" y="437157"/>
        <a:ext cx="2054423" cy="1232654"/>
      </dsp:txXfrm>
    </dsp:sp>
    <dsp:sp modelId="{D62F4F8B-37F1-4A12-811E-FEBC3B0BDF50}">
      <dsp:nvSpPr>
        <dsp:cNvPr id="0" name=""/>
        <dsp:cNvSpPr/>
      </dsp:nvSpPr>
      <dsp:spPr>
        <a:xfrm>
          <a:off x="2589" y="1875253"/>
          <a:ext cx="2054423" cy="123265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ar-MA" sz="2200" b="1" kern="1200" dirty="0"/>
            <a:t>التوكل حالة قلبية لا تتنافى مع الأخذ بكل الأسباب المتاحة</a:t>
          </a:r>
          <a:endParaRPr lang="en-US" sz="2200" b="1" kern="1200" dirty="0"/>
        </a:p>
      </dsp:txBody>
      <dsp:txXfrm>
        <a:off x="2589" y="1875253"/>
        <a:ext cx="2054423" cy="1232654"/>
      </dsp:txXfrm>
    </dsp:sp>
    <dsp:sp modelId="{A687136D-B51B-4AC4-8577-8D6D9BE563EC}">
      <dsp:nvSpPr>
        <dsp:cNvPr id="0" name=""/>
        <dsp:cNvSpPr/>
      </dsp:nvSpPr>
      <dsp:spPr>
        <a:xfrm>
          <a:off x="2262455" y="1875253"/>
          <a:ext cx="2054423" cy="123265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ar-MA" sz="2200" b="1" kern="1200"/>
            <a:t>أمثلة من السيرة:</a:t>
          </a:r>
          <a:endParaRPr lang="en-US" sz="2200" b="1" kern="1200"/>
        </a:p>
      </dsp:txBody>
      <dsp:txXfrm>
        <a:off x="2262455" y="1875253"/>
        <a:ext cx="2054423" cy="1232654"/>
      </dsp:txXfrm>
    </dsp:sp>
    <dsp:sp modelId="{B76EEBD2-FC7E-4AE6-B496-C2494D47E25A}">
      <dsp:nvSpPr>
        <dsp:cNvPr id="0" name=""/>
        <dsp:cNvSpPr/>
      </dsp:nvSpPr>
      <dsp:spPr>
        <a:xfrm>
          <a:off x="4522321" y="1875253"/>
          <a:ext cx="2054423" cy="123265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ar-MA" sz="2200" b="1" kern="1200"/>
            <a:t>استعداد النبي ﷺ وأصحابه للمعركة رغم الوعد الإلهي بالنصر</a:t>
          </a:r>
          <a:endParaRPr lang="en-US" sz="2200" b="1" kern="1200"/>
        </a:p>
      </dsp:txBody>
      <dsp:txXfrm>
        <a:off x="4522321" y="1875253"/>
        <a:ext cx="2054423" cy="1232654"/>
      </dsp:txXfrm>
    </dsp:sp>
    <dsp:sp modelId="{E47FECC7-5502-40B6-B4EA-FE661142723A}">
      <dsp:nvSpPr>
        <dsp:cNvPr id="0" name=""/>
        <dsp:cNvSpPr/>
      </dsp:nvSpPr>
      <dsp:spPr>
        <a:xfrm>
          <a:off x="6782186" y="1875253"/>
          <a:ext cx="2054423" cy="123265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ar-MA" sz="2200" b="1" kern="1200"/>
            <a:t>المشاورة قبل المعركة واتخاذ القرارات الصائبة</a:t>
          </a:r>
          <a:endParaRPr lang="en-US" sz="2200" b="1" kern="1200"/>
        </a:p>
      </dsp:txBody>
      <dsp:txXfrm>
        <a:off x="6782186" y="1875253"/>
        <a:ext cx="2054423" cy="1232654"/>
      </dsp:txXfrm>
    </dsp:sp>
    <dsp:sp modelId="{B24603F2-E0EF-4691-93F0-F606FF2507DC}">
      <dsp:nvSpPr>
        <dsp:cNvPr id="0" name=""/>
        <dsp:cNvSpPr/>
      </dsp:nvSpPr>
      <dsp:spPr>
        <a:xfrm>
          <a:off x="2262455" y="3313350"/>
          <a:ext cx="2054423" cy="123265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ar-MA" sz="2200" b="1" kern="1200"/>
            <a:t>التدريب على القتال وتنظيم الصفوف رغم اليقين بنصر الله</a:t>
          </a:r>
          <a:endParaRPr lang="en-US" sz="2200" b="1" kern="1200"/>
        </a:p>
      </dsp:txBody>
      <dsp:txXfrm>
        <a:off x="2262455" y="3313350"/>
        <a:ext cx="2054423" cy="1232654"/>
      </dsp:txXfrm>
    </dsp:sp>
    <dsp:sp modelId="{490488CD-5772-44A7-8E84-E6892C528F5B}">
      <dsp:nvSpPr>
        <dsp:cNvPr id="0" name=""/>
        <dsp:cNvSpPr/>
      </dsp:nvSpPr>
      <dsp:spPr>
        <a:xfrm>
          <a:off x="4522321" y="3313350"/>
          <a:ext cx="2054423" cy="123265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ar-MA" sz="2200" b="1" kern="1200" dirty="0"/>
            <a:t>تأمين مؤخرة الجيش وحماية القيادة رغم الإيمان بحفظ الله</a:t>
          </a:r>
          <a:endParaRPr lang="en-US" sz="2200" b="1" kern="1200" dirty="0"/>
        </a:p>
      </dsp:txBody>
      <dsp:txXfrm>
        <a:off x="4522321" y="3313350"/>
        <a:ext cx="2054423" cy="12326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0A0D73-8DFF-431D-A366-836E5F650F3A}">
      <dsp:nvSpPr>
        <dsp:cNvPr id="0" name=""/>
        <dsp:cNvSpPr/>
      </dsp:nvSpPr>
      <dsp:spPr>
        <a:xfrm>
          <a:off x="44974" y="539"/>
          <a:ext cx="1866360" cy="111981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t>قصة عوف بن الحارث:</a:t>
          </a:r>
          <a:endParaRPr lang="en-US" sz="2000" b="1" kern="1200"/>
        </a:p>
      </dsp:txBody>
      <dsp:txXfrm>
        <a:off x="44974" y="539"/>
        <a:ext cx="1866360" cy="1119816"/>
      </dsp:txXfrm>
    </dsp:sp>
    <dsp:sp modelId="{C00A19A3-5FA3-4ED8-A8B3-BD366D8D6E1F}">
      <dsp:nvSpPr>
        <dsp:cNvPr id="0" name=""/>
        <dsp:cNvSpPr/>
      </dsp:nvSpPr>
      <dsp:spPr>
        <a:xfrm>
          <a:off x="2097971" y="539"/>
          <a:ext cx="1866360" cy="1119816"/>
        </a:xfrm>
        <a:prstGeom prst="rect">
          <a:avLst/>
        </a:prstGeom>
        <a:solidFill>
          <a:schemeClr val="accent2">
            <a:hueOff val="520169"/>
            <a:satOff val="-649"/>
            <a:lumOff val="15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dirty="0"/>
            <a:t>سؤاله للنبي ﷺ: "يا رسول الله، ما يضحك الرب من عبده؟"</a:t>
          </a:r>
          <a:endParaRPr lang="en-US" sz="2000" b="1" kern="1200" dirty="0"/>
        </a:p>
      </dsp:txBody>
      <dsp:txXfrm>
        <a:off x="2097971" y="539"/>
        <a:ext cx="1866360" cy="1119816"/>
      </dsp:txXfrm>
    </dsp:sp>
    <dsp:sp modelId="{956E351F-00F6-4310-8EF7-BD9460BF078A}">
      <dsp:nvSpPr>
        <dsp:cNvPr id="0" name=""/>
        <dsp:cNvSpPr/>
      </dsp:nvSpPr>
      <dsp:spPr>
        <a:xfrm>
          <a:off x="4150968" y="539"/>
          <a:ext cx="1866360" cy="1119816"/>
        </a:xfrm>
        <a:prstGeom prst="rect">
          <a:avLst/>
        </a:prstGeom>
        <a:solidFill>
          <a:schemeClr val="accent2">
            <a:hueOff val="1040338"/>
            <a:satOff val="-1298"/>
            <a:lumOff val="30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t>إجابة النبي ﷺ: "أن يغمس يده في العدو حاسراً"</a:t>
          </a:r>
          <a:endParaRPr lang="en-US" sz="2000" b="1" kern="1200"/>
        </a:p>
      </dsp:txBody>
      <dsp:txXfrm>
        <a:off x="4150968" y="539"/>
        <a:ext cx="1866360" cy="1119816"/>
      </dsp:txXfrm>
    </dsp:sp>
    <dsp:sp modelId="{EFFD261E-1435-4A62-B8B6-D21C278B4266}">
      <dsp:nvSpPr>
        <dsp:cNvPr id="0" name=""/>
        <dsp:cNvSpPr/>
      </dsp:nvSpPr>
      <dsp:spPr>
        <a:xfrm>
          <a:off x="6203964" y="539"/>
          <a:ext cx="1866360" cy="1119816"/>
        </a:xfrm>
        <a:prstGeom prst="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dirty="0"/>
            <a:t>إلقاؤه درعه ورميه للتمرات التي كان يأكلها</a:t>
          </a:r>
          <a:endParaRPr lang="en-US" sz="2000" b="1" kern="1200" dirty="0"/>
        </a:p>
      </dsp:txBody>
      <dsp:txXfrm>
        <a:off x="6203964" y="539"/>
        <a:ext cx="1866360" cy="1119816"/>
      </dsp:txXfrm>
    </dsp:sp>
    <dsp:sp modelId="{2432DF9F-B8EC-49FB-B74F-8DE39AE5112E}">
      <dsp:nvSpPr>
        <dsp:cNvPr id="0" name=""/>
        <dsp:cNvSpPr/>
      </dsp:nvSpPr>
      <dsp:spPr>
        <a:xfrm>
          <a:off x="44974" y="1306991"/>
          <a:ext cx="1866360" cy="1119816"/>
        </a:xfrm>
        <a:prstGeom prst="rect">
          <a:avLst/>
        </a:prstGeom>
        <a:solidFill>
          <a:schemeClr val="accent2">
            <a:hueOff val="2080675"/>
            <a:satOff val="-2595"/>
            <a:lumOff val="61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t>اقتحامه صفوف المشركين حتى استشهد</a:t>
          </a:r>
          <a:endParaRPr lang="en-US" sz="2000" b="1" kern="1200"/>
        </a:p>
      </dsp:txBody>
      <dsp:txXfrm>
        <a:off x="44974" y="1306991"/>
        <a:ext cx="1866360" cy="1119816"/>
      </dsp:txXfrm>
    </dsp:sp>
    <dsp:sp modelId="{97212E2B-A4A7-49E6-A947-F6CB2A36EFEE}">
      <dsp:nvSpPr>
        <dsp:cNvPr id="0" name=""/>
        <dsp:cNvSpPr/>
      </dsp:nvSpPr>
      <dsp:spPr>
        <a:xfrm>
          <a:off x="2097971" y="1306991"/>
          <a:ext cx="1866360" cy="1119816"/>
        </a:xfrm>
        <a:prstGeom prst="rect">
          <a:avLst/>
        </a:prstGeom>
        <a:solidFill>
          <a:schemeClr val="accent2">
            <a:hueOff val="2600844"/>
            <a:satOff val="-3244"/>
            <a:lumOff val="76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t>مظاهر الإيثار:</a:t>
          </a:r>
          <a:endParaRPr lang="en-US" sz="2000" b="1" kern="1200"/>
        </a:p>
      </dsp:txBody>
      <dsp:txXfrm>
        <a:off x="2097971" y="1306991"/>
        <a:ext cx="1866360" cy="1119816"/>
      </dsp:txXfrm>
    </dsp:sp>
    <dsp:sp modelId="{931DFB80-6D8C-4030-8A0C-8AB347D762DA}">
      <dsp:nvSpPr>
        <dsp:cNvPr id="0" name=""/>
        <dsp:cNvSpPr/>
      </dsp:nvSpPr>
      <dsp:spPr>
        <a:xfrm>
          <a:off x="4150968" y="1306991"/>
          <a:ext cx="1866360" cy="1119816"/>
        </a:xfrm>
        <a:prstGeom prst="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t>تقديم الماء للجرحى رغم شدة العطش</a:t>
          </a:r>
          <a:endParaRPr lang="en-US" sz="2000" b="1" kern="1200"/>
        </a:p>
      </dsp:txBody>
      <dsp:txXfrm>
        <a:off x="4150968" y="1306991"/>
        <a:ext cx="1866360" cy="1119816"/>
      </dsp:txXfrm>
    </dsp:sp>
    <dsp:sp modelId="{0F6B892D-A572-45EF-A040-EC6E1381B473}">
      <dsp:nvSpPr>
        <dsp:cNvPr id="0" name=""/>
        <dsp:cNvSpPr/>
      </dsp:nvSpPr>
      <dsp:spPr>
        <a:xfrm>
          <a:off x="6203964" y="1306991"/>
          <a:ext cx="1866360" cy="1119816"/>
        </a:xfrm>
        <a:prstGeom prst="rect">
          <a:avLst/>
        </a:prstGeom>
        <a:solidFill>
          <a:schemeClr val="accent2">
            <a:hueOff val="3641181"/>
            <a:satOff val="-4541"/>
            <a:lumOff val="106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t>تفضيل إنقاذ الإخوة على الراحة الشخصية</a:t>
          </a:r>
          <a:endParaRPr lang="en-US" sz="2000" b="1" kern="1200"/>
        </a:p>
      </dsp:txBody>
      <dsp:txXfrm>
        <a:off x="6203964" y="1306991"/>
        <a:ext cx="1866360" cy="1119816"/>
      </dsp:txXfrm>
    </dsp:sp>
    <dsp:sp modelId="{0132D2E0-921C-4496-8CE8-268114AF3C10}">
      <dsp:nvSpPr>
        <dsp:cNvPr id="0" name=""/>
        <dsp:cNvSpPr/>
      </dsp:nvSpPr>
      <dsp:spPr>
        <a:xfrm>
          <a:off x="2097971" y="2613443"/>
          <a:ext cx="1866360" cy="1119816"/>
        </a:xfrm>
        <a:prstGeom prst="rect">
          <a:avLst/>
        </a:prstGeom>
        <a:solidFill>
          <a:schemeClr val="accent2">
            <a:hueOff val="4161350"/>
            <a:satOff val="-5190"/>
            <a:lumOff val="12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a:t>التضحية بالنفس في سبيل الله والإسلام</a:t>
          </a:r>
          <a:endParaRPr lang="en-US" sz="2000" b="1" kern="1200"/>
        </a:p>
      </dsp:txBody>
      <dsp:txXfrm>
        <a:off x="2097971" y="2613443"/>
        <a:ext cx="1866360" cy="1119816"/>
      </dsp:txXfrm>
    </dsp:sp>
    <dsp:sp modelId="{B374088C-3A99-4327-9A75-C3832A2C0E5B}">
      <dsp:nvSpPr>
        <dsp:cNvPr id="0" name=""/>
        <dsp:cNvSpPr/>
      </dsp:nvSpPr>
      <dsp:spPr>
        <a:xfrm>
          <a:off x="4150968" y="2613443"/>
          <a:ext cx="1866360" cy="1119816"/>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ar-MA" sz="2000" b="1" kern="1200" dirty="0"/>
            <a:t>قصص متعددة من صور الإيثار: الصحابة يتسابقون للشهادة</a:t>
          </a:r>
          <a:endParaRPr lang="en-US" sz="2000" b="1" kern="1200" dirty="0"/>
        </a:p>
      </dsp:txBody>
      <dsp:txXfrm>
        <a:off x="4150968" y="2613443"/>
        <a:ext cx="1866360" cy="11198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D3758A-959D-45A8-9229-696434602809}">
      <dsp:nvSpPr>
        <dsp:cNvPr id="0" name=""/>
        <dsp:cNvSpPr/>
      </dsp:nvSpPr>
      <dsp:spPr>
        <a:xfrm>
          <a:off x="0" y="552"/>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E4529D-4A48-4EC9-B67C-27D64E29080F}">
      <dsp:nvSpPr>
        <dsp:cNvPr id="0" name=""/>
        <dsp:cNvSpPr/>
      </dsp:nvSpPr>
      <dsp:spPr>
        <a:xfrm>
          <a:off x="0" y="552"/>
          <a:ext cx="8229600" cy="452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ar-MA" sz="2400" b="1" kern="1200"/>
            <a:t>المجالات المختلفة للتضحية:</a:t>
          </a:r>
          <a:endParaRPr lang="en-US" sz="2400" b="1" kern="1200"/>
        </a:p>
      </dsp:txBody>
      <dsp:txXfrm>
        <a:off x="0" y="552"/>
        <a:ext cx="8229600" cy="452485"/>
      </dsp:txXfrm>
    </dsp:sp>
    <dsp:sp modelId="{CA0BD497-56C6-4D5E-8754-ABA480719FE1}">
      <dsp:nvSpPr>
        <dsp:cNvPr id="0" name=""/>
        <dsp:cNvSpPr/>
      </dsp:nvSpPr>
      <dsp:spPr>
        <a:xfrm>
          <a:off x="0" y="453038"/>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924A50-7223-422C-AD5E-7EEA6F946A16}">
      <dsp:nvSpPr>
        <dsp:cNvPr id="0" name=""/>
        <dsp:cNvSpPr/>
      </dsp:nvSpPr>
      <dsp:spPr>
        <a:xfrm>
          <a:off x="0" y="453038"/>
          <a:ext cx="8229600" cy="452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ar-MA" sz="2400" b="1" kern="1200"/>
            <a:t>التضحية بالوقت والجهد في سبيل العلم والتعلم والتعليم</a:t>
          </a:r>
          <a:endParaRPr lang="en-US" sz="2400" b="1" kern="1200"/>
        </a:p>
      </dsp:txBody>
      <dsp:txXfrm>
        <a:off x="0" y="453038"/>
        <a:ext cx="8229600" cy="452485"/>
      </dsp:txXfrm>
    </dsp:sp>
    <dsp:sp modelId="{16792F68-E86C-488D-AF82-D529AE644D42}">
      <dsp:nvSpPr>
        <dsp:cNvPr id="0" name=""/>
        <dsp:cNvSpPr/>
      </dsp:nvSpPr>
      <dsp:spPr>
        <a:xfrm>
          <a:off x="0" y="905524"/>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F602E8-2A94-4A35-B81C-AA526A870051}">
      <dsp:nvSpPr>
        <dsp:cNvPr id="0" name=""/>
        <dsp:cNvSpPr/>
      </dsp:nvSpPr>
      <dsp:spPr>
        <a:xfrm>
          <a:off x="0" y="905524"/>
          <a:ext cx="8229600" cy="452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ar-MA" sz="2400" b="1" kern="1200"/>
            <a:t>التضحية بالراحة الشخصية لخدمة المجتمع والقضايا العامة</a:t>
          </a:r>
          <a:endParaRPr lang="en-US" sz="2400" b="1" kern="1200"/>
        </a:p>
      </dsp:txBody>
      <dsp:txXfrm>
        <a:off x="0" y="905524"/>
        <a:ext cx="8229600" cy="452485"/>
      </dsp:txXfrm>
    </dsp:sp>
    <dsp:sp modelId="{39EC71FE-8BEE-49F1-9D5E-861103FBEF20}">
      <dsp:nvSpPr>
        <dsp:cNvPr id="0" name=""/>
        <dsp:cNvSpPr/>
      </dsp:nvSpPr>
      <dsp:spPr>
        <a:xfrm>
          <a:off x="0" y="1358009"/>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188917-C90C-465A-99C6-6196962ABACE}">
      <dsp:nvSpPr>
        <dsp:cNvPr id="0" name=""/>
        <dsp:cNvSpPr/>
      </dsp:nvSpPr>
      <dsp:spPr>
        <a:xfrm>
          <a:off x="0" y="1358009"/>
          <a:ext cx="8229600" cy="452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ar-MA" sz="2400" b="1" kern="1200" dirty="0"/>
            <a:t>التضحية المادية في سبيل مساعدة المحتاجين والمشاريع الخيرية</a:t>
          </a:r>
          <a:endParaRPr lang="en-US" sz="2400" b="1" kern="1200" dirty="0"/>
        </a:p>
      </dsp:txBody>
      <dsp:txXfrm>
        <a:off x="0" y="1358009"/>
        <a:ext cx="8229600" cy="452485"/>
      </dsp:txXfrm>
    </dsp:sp>
    <dsp:sp modelId="{6D2A991E-EB91-452F-9BE4-301E5CA9562D}">
      <dsp:nvSpPr>
        <dsp:cNvPr id="0" name=""/>
        <dsp:cNvSpPr/>
      </dsp:nvSpPr>
      <dsp:spPr>
        <a:xfrm>
          <a:off x="0" y="1810495"/>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0BD871-42B4-40C2-B050-449B6DB93675}">
      <dsp:nvSpPr>
        <dsp:cNvPr id="0" name=""/>
        <dsp:cNvSpPr/>
      </dsp:nvSpPr>
      <dsp:spPr>
        <a:xfrm>
          <a:off x="0" y="1810495"/>
          <a:ext cx="8229600" cy="452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ar-MA" sz="2400" b="1" kern="1200"/>
            <a:t>التضحية بالمصالح الشخصية من أجل تحقيق المصلحة العامة</a:t>
          </a:r>
          <a:endParaRPr lang="en-US" sz="2400" b="1" kern="1200"/>
        </a:p>
      </dsp:txBody>
      <dsp:txXfrm>
        <a:off x="0" y="1810495"/>
        <a:ext cx="8229600" cy="452485"/>
      </dsp:txXfrm>
    </dsp:sp>
    <dsp:sp modelId="{5787097B-5D33-4169-8C88-A5C28E265B62}">
      <dsp:nvSpPr>
        <dsp:cNvPr id="0" name=""/>
        <dsp:cNvSpPr/>
      </dsp:nvSpPr>
      <dsp:spPr>
        <a:xfrm>
          <a:off x="0" y="226298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554001-FB54-4AE1-A188-5115EFCC515A}">
      <dsp:nvSpPr>
        <dsp:cNvPr id="0" name=""/>
        <dsp:cNvSpPr/>
      </dsp:nvSpPr>
      <dsp:spPr>
        <a:xfrm>
          <a:off x="0" y="2262981"/>
          <a:ext cx="8229600" cy="452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ar-MA" sz="2400" b="1" kern="1200"/>
            <a:t>القيم المرتبطة بالتضحية:</a:t>
          </a:r>
          <a:endParaRPr lang="en-US" sz="2400" b="1" kern="1200"/>
        </a:p>
      </dsp:txBody>
      <dsp:txXfrm>
        <a:off x="0" y="2262981"/>
        <a:ext cx="8229600" cy="452485"/>
      </dsp:txXfrm>
    </dsp:sp>
    <dsp:sp modelId="{75A0CDBB-6DF0-460C-B138-EC0D565695F8}">
      <dsp:nvSpPr>
        <dsp:cNvPr id="0" name=""/>
        <dsp:cNvSpPr/>
      </dsp:nvSpPr>
      <dsp:spPr>
        <a:xfrm>
          <a:off x="0" y="2715467"/>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EF854A-48B0-42E4-AFD2-812E3C95FF17}">
      <dsp:nvSpPr>
        <dsp:cNvPr id="0" name=""/>
        <dsp:cNvSpPr/>
      </dsp:nvSpPr>
      <dsp:spPr>
        <a:xfrm>
          <a:off x="0" y="2715467"/>
          <a:ext cx="8229600" cy="452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ar-MA" sz="2400" b="1" kern="1200"/>
            <a:t>الإيثار وتقديم الآخرين على النفس</a:t>
          </a:r>
          <a:endParaRPr lang="en-US" sz="2400" b="1" kern="1200"/>
        </a:p>
      </dsp:txBody>
      <dsp:txXfrm>
        <a:off x="0" y="2715467"/>
        <a:ext cx="8229600" cy="452485"/>
      </dsp:txXfrm>
    </dsp:sp>
    <dsp:sp modelId="{E4E99809-86E5-4E5B-8AB1-5EBA63D10EE3}">
      <dsp:nvSpPr>
        <dsp:cNvPr id="0" name=""/>
        <dsp:cNvSpPr/>
      </dsp:nvSpPr>
      <dsp:spPr>
        <a:xfrm>
          <a:off x="0" y="3167953"/>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B3B9EE-5451-4F3B-A6F4-6167C069613E}">
      <dsp:nvSpPr>
        <dsp:cNvPr id="0" name=""/>
        <dsp:cNvSpPr/>
      </dsp:nvSpPr>
      <dsp:spPr>
        <a:xfrm>
          <a:off x="0" y="3167953"/>
          <a:ext cx="8229600" cy="452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ar-MA" sz="2400" b="1" kern="1200"/>
            <a:t>الصبر وتحمل المشقة في سبيل تحقيق الأهداف النبيلة</a:t>
          </a:r>
          <a:endParaRPr lang="en-US" sz="2400" b="1" kern="1200"/>
        </a:p>
      </dsp:txBody>
      <dsp:txXfrm>
        <a:off x="0" y="3167953"/>
        <a:ext cx="8229600" cy="452485"/>
      </dsp:txXfrm>
    </dsp:sp>
    <dsp:sp modelId="{5790F15D-590B-4684-970B-D1AF926F745A}">
      <dsp:nvSpPr>
        <dsp:cNvPr id="0" name=""/>
        <dsp:cNvSpPr/>
      </dsp:nvSpPr>
      <dsp:spPr>
        <a:xfrm>
          <a:off x="0" y="3620438"/>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10F0F0-4242-49D8-8E43-12B6611F0441}">
      <dsp:nvSpPr>
        <dsp:cNvPr id="0" name=""/>
        <dsp:cNvSpPr/>
      </dsp:nvSpPr>
      <dsp:spPr>
        <a:xfrm>
          <a:off x="0" y="3620438"/>
          <a:ext cx="8229600" cy="452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ar-MA" sz="2400" b="1" kern="1200"/>
            <a:t>النظر للمصلحة العامة قبل المصلحة الشخصية</a:t>
          </a:r>
          <a:endParaRPr lang="en-US" sz="2400" b="1" kern="1200"/>
        </a:p>
      </dsp:txBody>
      <dsp:txXfrm>
        <a:off x="0" y="3620438"/>
        <a:ext cx="8229600" cy="452485"/>
      </dsp:txXfrm>
    </dsp:sp>
    <dsp:sp modelId="{0EE31882-AE0D-4ECA-8FD6-0D70FAF838D0}">
      <dsp:nvSpPr>
        <dsp:cNvPr id="0" name=""/>
        <dsp:cNvSpPr/>
      </dsp:nvSpPr>
      <dsp:spPr>
        <a:xfrm>
          <a:off x="0" y="4072924"/>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8E6303-767F-4769-B69D-7844FB3C36CF}">
      <dsp:nvSpPr>
        <dsp:cNvPr id="0" name=""/>
        <dsp:cNvSpPr/>
      </dsp:nvSpPr>
      <dsp:spPr>
        <a:xfrm>
          <a:off x="0" y="4072924"/>
          <a:ext cx="8229600" cy="452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ar-MA" sz="2400" b="1" kern="1200" dirty="0"/>
            <a:t>الزهد في متاع الدنيا من أجل قيم أسمى وأهداف أعلى</a:t>
          </a:r>
          <a:endParaRPr lang="en-US" sz="2400" b="1" kern="1200" dirty="0"/>
        </a:p>
      </dsp:txBody>
      <dsp:txXfrm>
        <a:off x="0" y="4072924"/>
        <a:ext cx="8229600" cy="45248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EBC476-B202-4205-B8FB-13AE4C5E288F}">
      <dsp:nvSpPr>
        <dsp:cNvPr id="0" name=""/>
        <dsp:cNvSpPr/>
      </dsp:nvSpPr>
      <dsp:spPr>
        <a:xfrm>
          <a:off x="0" y="381"/>
          <a:ext cx="8229600" cy="55533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ar-MA" sz="2800" b="1" kern="1200"/>
            <a:t>صفات القيادة النبوية:</a:t>
          </a:r>
          <a:endParaRPr lang="en-US" sz="2800" b="1" kern="1200"/>
        </a:p>
      </dsp:txBody>
      <dsp:txXfrm>
        <a:off x="27109" y="27490"/>
        <a:ext cx="8175382" cy="501120"/>
      </dsp:txXfrm>
    </dsp:sp>
    <dsp:sp modelId="{74F28CC2-4FAF-4587-A111-DDBAD64CD752}">
      <dsp:nvSpPr>
        <dsp:cNvPr id="0" name=""/>
        <dsp:cNvSpPr/>
      </dsp:nvSpPr>
      <dsp:spPr>
        <a:xfrm>
          <a:off x="0" y="567504"/>
          <a:ext cx="8229600" cy="55533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ar-MA" sz="2800" b="1" kern="1200"/>
            <a:t>القدوة العملية  كان النبي ﷺ في مقدمة الصفوف</a:t>
          </a:r>
          <a:endParaRPr lang="en-US" sz="2800" b="1" kern="1200"/>
        </a:p>
      </dsp:txBody>
      <dsp:txXfrm>
        <a:off x="27109" y="594613"/>
        <a:ext cx="8175382" cy="501120"/>
      </dsp:txXfrm>
    </dsp:sp>
    <dsp:sp modelId="{D9C90399-9960-4C77-B950-3A41BC0673AE}">
      <dsp:nvSpPr>
        <dsp:cNvPr id="0" name=""/>
        <dsp:cNvSpPr/>
      </dsp:nvSpPr>
      <dsp:spPr>
        <a:xfrm>
          <a:off x="0" y="1134627"/>
          <a:ext cx="8229600" cy="55533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ar-MA" sz="2800" b="1" kern="1200"/>
            <a:t>التحفيز المعنوي  "قوموا إلى جنة عرضها السماوات والأرض"</a:t>
          </a:r>
          <a:endParaRPr lang="en-US" sz="2800" b="1" kern="1200"/>
        </a:p>
      </dsp:txBody>
      <dsp:txXfrm>
        <a:off x="27109" y="1161736"/>
        <a:ext cx="8175382" cy="501120"/>
      </dsp:txXfrm>
    </dsp:sp>
    <dsp:sp modelId="{0BCF5A87-A869-48A5-9A37-09F7D6BC0E1A}">
      <dsp:nvSpPr>
        <dsp:cNvPr id="0" name=""/>
        <dsp:cNvSpPr/>
      </dsp:nvSpPr>
      <dsp:spPr>
        <a:xfrm>
          <a:off x="0" y="1701750"/>
          <a:ext cx="8229600" cy="55533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ar-MA" sz="2800" b="1" kern="1200" dirty="0"/>
            <a:t>الالتجاء إلى الله  دعاؤه المستمر حتى سقط رداؤه</a:t>
          </a:r>
          <a:endParaRPr lang="en-US" sz="2800" b="1" kern="1200" dirty="0"/>
        </a:p>
      </dsp:txBody>
      <dsp:txXfrm>
        <a:off x="27109" y="1728859"/>
        <a:ext cx="8175382" cy="501120"/>
      </dsp:txXfrm>
    </dsp:sp>
    <dsp:sp modelId="{71F9386B-5E0E-4952-AB71-E7A5EB369E56}">
      <dsp:nvSpPr>
        <dsp:cNvPr id="0" name=""/>
        <dsp:cNvSpPr/>
      </dsp:nvSpPr>
      <dsp:spPr>
        <a:xfrm>
          <a:off x="0" y="2268873"/>
          <a:ext cx="8229600" cy="55533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ar-MA" sz="2800" b="1" kern="1200"/>
            <a:t>القرارات القيادية:</a:t>
          </a:r>
          <a:endParaRPr lang="en-US" sz="2800" b="1" kern="1200"/>
        </a:p>
      </dsp:txBody>
      <dsp:txXfrm>
        <a:off x="27109" y="2295982"/>
        <a:ext cx="8175382" cy="501120"/>
      </dsp:txXfrm>
    </dsp:sp>
    <dsp:sp modelId="{0B9CAD58-A29C-48E4-9C03-67BAADAF9895}">
      <dsp:nvSpPr>
        <dsp:cNvPr id="0" name=""/>
        <dsp:cNvSpPr/>
      </dsp:nvSpPr>
      <dsp:spPr>
        <a:xfrm>
          <a:off x="0" y="2835996"/>
          <a:ext cx="8229600" cy="55533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ar-MA" sz="2800" b="1" kern="1200"/>
            <a:t>توزيع المهام حسب الكفاءات</a:t>
          </a:r>
          <a:endParaRPr lang="en-US" sz="2800" b="1" kern="1200"/>
        </a:p>
      </dsp:txBody>
      <dsp:txXfrm>
        <a:off x="27109" y="2863105"/>
        <a:ext cx="8175382" cy="501120"/>
      </dsp:txXfrm>
    </dsp:sp>
    <dsp:sp modelId="{A7728572-E89E-4EB2-8AA9-5B6E9A088682}">
      <dsp:nvSpPr>
        <dsp:cNvPr id="0" name=""/>
        <dsp:cNvSpPr/>
      </dsp:nvSpPr>
      <dsp:spPr>
        <a:xfrm>
          <a:off x="0" y="3403119"/>
          <a:ext cx="8229600" cy="55533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ar-MA" sz="2800" b="1" kern="1200"/>
            <a:t>المرونة في تعديل الخطط</a:t>
          </a:r>
          <a:endParaRPr lang="en-US" sz="2800" b="1" kern="1200"/>
        </a:p>
      </dsp:txBody>
      <dsp:txXfrm>
        <a:off x="27109" y="3430228"/>
        <a:ext cx="8175382" cy="501120"/>
      </dsp:txXfrm>
    </dsp:sp>
    <dsp:sp modelId="{4E24B69D-8624-49C7-9827-DA56DB1B3560}">
      <dsp:nvSpPr>
        <dsp:cNvPr id="0" name=""/>
        <dsp:cNvSpPr/>
      </dsp:nvSpPr>
      <dsp:spPr>
        <a:xfrm>
          <a:off x="0" y="3970242"/>
          <a:ext cx="8229600" cy="55533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ar-MA" sz="2800" b="1" kern="1200" dirty="0"/>
            <a:t>التوازن بين الحزم والرحمة</a:t>
          </a:r>
          <a:endParaRPr lang="en-US" sz="2800" b="1" kern="1200" dirty="0"/>
        </a:p>
      </dsp:txBody>
      <dsp:txXfrm>
        <a:off x="27109" y="3997351"/>
        <a:ext cx="8175382" cy="50112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BC66E8-C9B1-4C7D-A6D6-FAF3EF4C040F}">
      <dsp:nvSpPr>
        <dsp:cNvPr id="0" name=""/>
        <dsp:cNvSpPr/>
      </dsp:nvSpPr>
      <dsp:spPr>
        <a:xfrm>
          <a:off x="1009649" y="172"/>
          <a:ext cx="5867401" cy="521076"/>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ar-MA" sz="2800" b="1" kern="1200">
              <a:solidFill>
                <a:schemeClr val="tx1">
                  <a:lumMod val="65000"/>
                  <a:lumOff val="35000"/>
                </a:schemeClr>
              </a:solidFill>
            </a:rPr>
            <a:t>مبادئ القيادة الناجحة:</a:t>
          </a:r>
          <a:endParaRPr lang="en-US" sz="2800" b="1" kern="1200">
            <a:solidFill>
              <a:schemeClr val="tx1">
                <a:lumMod val="65000"/>
                <a:lumOff val="35000"/>
              </a:schemeClr>
            </a:solidFill>
          </a:endParaRPr>
        </a:p>
      </dsp:txBody>
      <dsp:txXfrm>
        <a:off x="1035086" y="25609"/>
        <a:ext cx="5816527" cy="470202"/>
      </dsp:txXfrm>
    </dsp:sp>
    <dsp:sp modelId="{B2957BD5-C04F-466F-8DF3-159CBC5DA2AD}">
      <dsp:nvSpPr>
        <dsp:cNvPr id="0" name=""/>
        <dsp:cNvSpPr/>
      </dsp:nvSpPr>
      <dsp:spPr>
        <a:xfrm>
          <a:off x="1009649" y="547303"/>
          <a:ext cx="5867401" cy="521076"/>
        </a:xfrm>
        <a:prstGeom prst="roundRect">
          <a:avLst/>
        </a:prstGeom>
        <a:gradFill rotWithShape="0">
          <a:gsLst>
            <a:gs pos="0">
              <a:schemeClr val="accent5">
                <a:hueOff val="-1419125"/>
                <a:satOff val="5687"/>
                <a:lumOff val="1233"/>
                <a:alphaOff val="0"/>
                <a:tint val="100000"/>
                <a:shade val="100000"/>
                <a:satMod val="130000"/>
              </a:schemeClr>
            </a:gs>
            <a:gs pos="100000">
              <a:schemeClr val="accent5">
                <a:hueOff val="-1419125"/>
                <a:satOff val="5687"/>
                <a:lumOff val="123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ar-MA" sz="2800" b="1" kern="1200">
              <a:solidFill>
                <a:schemeClr val="tx1">
                  <a:lumMod val="65000"/>
                  <a:lumOff val="35000"/>
                </a:schemeClr>
              </a:solidFill>
            </a:rPr>
            <a:t>القدوة قبل الأمر</a:t>
          </a:r>
          <a:endParaRPr lang="en-US" sz="2800" b="1" kern="1200">
            <a:solidFill>
              <a:schemeClr val="tx1">
                <a:lumMod val="65000"/>
                <a:lumOff val="35000"/>
              </a:schemeClr>
            </a:solidFill>
          </a:endParaRPr>
        </a:p>
      </dsp:txBody>
      <dsp:txXfrm>
        <a:off x="1035086" y="572740"/>
        <a:ext cx="5816527" cy="470202"/>
      </dsp:txXfrm>
    </dsp:sp>
    <dsp:sp modelId="{02654EBB-6C54-42B7-A63E-5960E538FAD8}">
      <dsp:nvSpPr>
        <dsp:cNvPr id="0" name=""/>
        <dsp:cNvSpPr/>
      </dsp:nvSpPr>
      <dsp:spPr>
        <a:xfrm>
          <a:off x="1009649" y="1094434"/>
          <a:ext cx="5867401" cy="521076"/>
        </a:xfrm>
        <a:prstGeom prst="roundRect">
          <a:avLst/>
        </a:prstGeom>
        <a:gradFill rotWithShape="0">
          <a:gsLst>
            <a:gs pos="0">
              <a:schemeClr val="accent5">
                <a:hueOff val="-2838251"/>
                <a:satOff val="11375"/>
                <a:lumOff val="2465"/>
                <a:alphaOff val="0"/>
                <a:tint val="100000"/>
                <a:shade val="100000"/>
                <a:satMod val="130000"/>
              </a:schemeClr>
            </a:gs>
            <a:gs pos="100000">
              <a:schemeClr val="accent5">
                <a:hueOff val="-2838251"/>
                <a:satOff val="11375"/>
                <a:lumOff val="2465"/>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ar-MA" sz="2800" b="1" kern="1200" dirty="0">
              <a:solidFill>
                <a:schemeClr val="tx1">
                  <a:lumMod val="65000"/>
                  <a:lumOff val="35000"/>
                </a:schemeClr>
              </a:solidFill>
            </a:rPr>
            <a:t>الاستماع للآخرين وتقدير آرائهم</a:t>
          </a:r>
          <a:endParaRPr lang="en-US" sz="2800" b="1" kern="1200" dirty="0">
            <a:solidFill>
              <a:schemeClr val="tx1">
                <a:lumMod val="65000"/>
                <a:lumOff val="35000"/>
              </a:schemeClr>
            </a:solidFill>
          </a:endParaRPr>
        </a:p>
      </dsp:txBody>
      <dsp:txXfrm>
        <a:off x="1035086" y="1119871"/>
        <a:ext cx="5816527" cy="470202"/>
      </dsp:txXfrm>
    </dsp:sp>
    <dsp:sp modelId="{F917B192-B8F8-4663-950A-98943CF47F68}">
      <dsp:nvSpPr>
        <dsp:cNvPr id="0" name=""/>
        <dsp:cNvSpPr/>
      </dsp:nvSpPr>
      <dsp:spPr>
        <a:xfrm>
          <a:off x="1009649" y="1641565"/>
          <a:ext cx="5867401" cy="521076"/>
        </a:xfrm>
        <a:prstGeom prst="roundRect">
          <a:avLst/>
        </a:prstGeom>
        <a:gradFill rotWithShape="0">
          <a:gsLst>
            <a:gs pos="0">
              <a:schemeClr val="accent5">
                <a:hueOff val="-4257376"/>
                <a:satOff val="17062"/>
                <a:lumOff val="3698"/>
                <a:alphaOff val="0"/>
                <a:tint val="100000"/>
                <a:shade val="100000"/>
                <a:satMod val="130000"/>
              </a:schemeClr>
            </a:gs>
            <a:gs pos="100000">
              <a:schemeClr val="accent5">
                <a:hueOff val="-4257376"/>
                <a:satOff val="17062"/>
                <a:lumOff val="369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ar-MA" sz="2800" b="1" kern="1200" dirty="0">
              <a:solidFill>
                <a:schemeClr val="tx1">
                  <a:lumMod val="65000"/>
                  <a:lumOff val="35000"/>
                </a:schemeClr>
              </a:solidFill>
            </a:rPr>
            <a:t>تحفيز الفريق وبث الثقة</a:t>
          </a:r>
          <a:endParaRPr lang="en-US" sz="2800" b="1" kern="1200" dirty="0">
            <a:solidFill>
              <a:schemeClr val="tx1">
                <a:lumMod val="65000"/>
                <a:lumOff val="35000"/>
              </a:schemeClr>
            </a:solidFill>
          </a:endParaRPr>
        </a:p>
      </dsp:txBody>
      <dsp:txXfrm>
        <a:off x="1035086" y="1667002"/>
        <a:ext cx="5816527" cy="470202"/>
      </dsp:txXfrm>
    </dsp:sp>
    <dsp:sp modelId="{4ECC7E0A-72E6-4BC2-944C-51BDB7082E1A}">
      <dsp:nvSpPr>
        <dsp:cNvPr id="0" name=""/>
        <dsp:cNvSpPr/>
      </dsp:nvSpPr>
      <dsp:spPr>
        <a:xfrm>
          <a:off x="1009649" y="2188695"/>
          <a:ext cx="5867401" cy="521076"/>
        </a:xfrm>
        <a:prstGeom prst="roundRect">
          <a:avLst/>
        </a:prstGeom>
        <a:gradFill rotWithShape="0">
          <a:gsLst>
            <a:gs pos="0">
              <a:schemeClr val="accent5">
                <a:hueOff val="-5676501"/>
                <a:satOff val="22749"/>
                <a:lumOff val="4930"/>
                <a:alphaOff val="0"/>
                <a:tint val="100000"/>
                <a:shade val="100000"/>
                <a:satMod val="130000"/>
              </a:schemeClr>
            </a:gs>
            <a:gs pos="100000">
              <a:schemeClr val="accent5">
                <a:hueOff val="-5676501"/>
                <a:satOff val="22749"/>
                <a:lumOff val="493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ar-MA" sz="2800" b="1" kern="1200" dirty="0">
              <a:solidFill>
                <a:schemeClr val="tx1">
                  <a:lumMod val="65000"/>
                  <a:lumOff val="35000"/>
                </a:schemeClr>
              </a:solidFill>
            </a:rPr>
            <a:t>تطبيقات عملية:</a:t>
          </a:r>
          <a:endParaRPr lang="en-US" sz="2800" b="1" kern="1200" dirty="0">
            <a:solidFill>
              <a:schemeClr val="tx1">
                <a:lumMod val="65000"/>
                <a:lumOff val="35000"/>
              </a:schemeClr>
            </a:solidFill>
          </a:endParaRPr>
        </a:p>
      </dsp:txBody>
      <dsp:txXfrm>
        <a:off x="1035086" y="2214132"/>
        <a:ext cx="5816527" cy="470202"/>
      </dsp:txXfrm>
    </dsp:sp>
    <dsp:sp modelId="{4528E6B9-E0FB-4F85-9ECF-3F3DF2C188E4}">
      <dsp:nvSpPr>
        <dsp:cNvPr id="0" name=""/>
        <dsp:cNvSpPr/>
      </dsp:nvSpPr>
      <dsp:spPr>
        <a:xfrm>
          <a:off x="1009649" y="2735826"/>
          <a:ext cx="5867401" cy="521076"/>
        </a:xfrm>
        <a:prstGeom prst="roundRect">
          <a:avLst/>
        </a:prstGeom>
        <a:gradFill rotWithShape="0">
          <a:gsLst>
            <a:gs pos="0">
              <a:schemeClr val="accent5">
                <a:hueOff val="-7095626"/>
                <a:satOff val="28436"/>
                <a:lumOff val="6163"/>
                <a:alphaOff val="0"/>
                <a:tint val="100000"/>
                <a:shade val="100000"/>
                <a:satMod val="130000"/>
              </a:schemeClr>
            </a:gs>
            <a:gs pos="100000">
              <a:schemeClr val="accent5">
                <a:hueOff val="-7095626"/>
                <a:satOff val="28436"/>
                <a:lumOff val="616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ar-MA" sz="2800" b="1" kern="1200">
              <a:solidFill>
                <a:schemeClr val="tx1">
                  <a:lumMod val="65000"/>
                  <a:lumOff val="35000"/>
                </a:schemeClr>
              </a:solidFill>
            </a:rPr>
            <a:t>التخطيط الاستراتيجي</a:t>
          </a:r>
          <a:endParaRPr lang="en-US" sz="2800" b="1" kern="1200">
            <a:solidFill>
              <a:schemeClr val="tx1">
                <a:lumMod val="65000"/>
                <a:lumOff val="35000"/>
              </a:schemeClr>
            </a:solidFill>
          </a:endParaRPr>
        </a:p>
      </dsp:txBody>
      <dsp:txXfrm>
        <a:off x="1035086" y="2761263"/>
        <a:ext cx="5816527" cy="470202"/>
      </dsp:txXfrm>
    </dsp:sp>
    <dsp:sp modelId="{646E859C-6367-4216-87DB-5213191F1E05}">
      <dsp:nvSpPr>
        <dsp:cNvPr id="0" name=""/>
        <dsp:cNvSpPr/>
      </dsp:nvSpPr>
      <dsp:spPr>
        <a:xfrm>
          <a:off x="1009649" y="3282957"/>
          <a:ext cx="5867401" cy="521076"/>
        </a:xfrm>
        <a:prstGeom prst="roundRect">
          <a:avLst/>
        </a:prstGeom>
        <a:gradFill rotWithShape="0">
          <a:gsLst>
            <a:gs pos="0">
              <a:schemeClr val="accent5">
                <a:hueOff val="-8514751"/>
                <a:satOff val="34124"/>
                <a:lumOff val="7395"/>
                <a:alphaOff val="0"/>
                <a:tint val="100000"/>
                <a:shade val="100000"/>
                <a:satMod val="130000"/>
              </a:schemeClr>
            </a:gs>
            <a:gs pos="100000">
              <a:schemeClr val="accent5">
                <a:hueOff val="-8514751"/>
                <a:satOff val="34124"/>
                <a:lumOff val="7395"/>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ar-MA" sz="2800" b="1" kern="1200">
              <a:solidFill>
                <a:schemeClr val="tx1">
                  <a:lumMod val="65000"/>
                  <a:lumOff val="35000"/>
                </a:schemeClr>
              </a:solidFill>
            </a:rPr>
            <a:t>بناء فريق العمل وتطوير مهاراته</a:t>
          </a:r>
          <a:endParaRPr lang="en-US" sz="2800" b="1" kern="1200">
            <a:solidFill>
              <a:schemeClr val="tx1">
                <a:lumMod val="65000"/>
                <a:lumOff val="35000"/>
              </a:schemeClr>
            </a:solidFill>
          </a:endParaRPr>
        </a:p>
      </dsp:txBody>
      <dsp:txXfrm>
        <a:off x="1035086" y="3308394"/>
        <a:ext cx="5816527" cy="470202"/>
      </dsp:txXfrm>
    </dsp:sp>
    <dsp:sp modelId="{81FC9515-2A35-4E30-8697-46E486012A19}">
      <dsp:nvSpPr>
        <dsp:cNvPr id="0" name=""/>
        <dsp:cNvSpPr/>
      </dsp:nvSpPr>
      <dsp:spPr>
        <a:xfrm>
          <a:off x="1009649" y="3830088"/>
          <a:ext cx="5867401" cy="521076"/>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ar-MA" sz="2800" b="1" kern="1200" dirty="0">
              <a:solidFill>
                <a:schemeClr val="tx1">
                  <a:lumMod val="65000"/>
                  <a:lumOff val="35000"/>
                </a:schemeClr>
              </a:solidFill>
            </a:rPr>
            <a:t>إدارة الأزمات بحكمة وتوازن</a:t>
          </a:r>
          <a:endParaRPr lang="en-US" sz="2800" b="1" kern="1200" dirty="0">
            <a:solidFill>
              <a:schemeClr val="tx1">
                <a:lumMod val="65000"/>
                <a:lumOff val="35000"/>
              </a:schemeClr>
            </a:solidFill>
          </a:endParaRPr>
        </a:p>
      </dsp:txBody>
      <dsp:txXfrm>
        <a:off x="1035086" y="3855525"/>
        <a:ext cx="5816527" cy="47020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E0A111-5B2A-4D24-9130-AFC3A4434B1C}">
      <dsp:nvSpPr>
        <dsp:cNvPr id="0" name=""/>
        <dsp:cNvSpPr/>
      </dsp:nvSpPr>
      <dsp:spPr>
        <a:xfrm>
          <a:off x="0" y="789"/>
          <a:ext cx="894397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9A9A27-7683-4B0F-860E-E1BC69D033AB}">
      <dsp:nvSpPr>
        <dsp:cNvPr id="0" name=""/>
        <dsp:cNvSpPr/>
      </dsp:nvSpPr>
      <dsp:spPr>
        <a:xfrm>
          <a:off x="0" y="789"/>
          <a:ext cx="8935239" cy="517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ar-MA" sz="2800" b="1" kern="1200">
              <a:solidFill>
                <a:schemeClr val="tx1">
                  <a:lumMod val="75000"/>
                  <a:lumOff val="25000"/>
                </a:schemeClr>
              </a:solidFill>
            </a:rPr>
            <a:t>الدروس الرئيسية:</a:t>
          </a:r>
          <a:endParaRPr lang="en-US" sz="2800" b="1" kern="1200">
            <a:solidFill>
              <a:schemeClr val="tx1">
                <a:lumMod val="75000"/>
                <a:lumOff val="25000"/>
              </a:schemeClr>
            </a:solidFill>
          </a:endParaRPr>
        </a:p>
      </dsp:txBody>
      <dsp:txXfrm>
        <a:off x="0" y="789"/>
        <a:ext cx="8935239" cy="517049"/>
      </dsp:txXfrm>
    </dsp:sp>
    <dsp:sp modelId="{BA318293-5ECB-4F77-A5ED-C685456A64E2}">
      <dsp:nvSpPr>
        <dsp:cNvPr id="0" name=""/>
        <dsp:cNvSpPr/>
      </dsp:nvSpPr>
      <dsp:spPr>
        <a:xfrm>
          <a:off x="0" y="517839"/>
          <a:ext cx="8943974"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B4ABA3-0F42-4A15-BFEB-CE67DABBA273}">
      <dsp:nvSpPr>
        <dsp:cNvPr id="0" name=""/>
        <dsp:cNvSpPr/>
      </dsp:nvSpPr>
      <dsp:spPr>
        <a:xfrm>
          <a:off x="0" y="517839"/>
          <a:ext cx="8935239" cy="517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ar-MA" sz="2800" b="1" kern="1200">
              <a:solidFill>
                <a:schemeClr val="tx1">
                  <a:lumMod val="75000"/>
                  <a:lumOff val="25000"/>
                </a:schemeClr>
              </a:solidFill>
            </a:rPr>
            <a:t>- التخطيط المدروس والشورى الفعالة</a:t>
          </a:r>
          <a:endParaRPr lang="en-US" sz="2800" b="1" kern="1200">
            <a:solidFill>
              <a:schemeClr val="tx1">
                <a:lumMod val="75000"/>
                <a:lumOff val="25000"/>
              </a:schemeClr>
            </a:solidFill>
          </a:endParaRPr>
        </a:p>
      </dsp:txBody>
      <dsp:txXfrm>
        <a:off x="0" y="517839"/>
        <a:ext cx="8935239" cy="517049"/>
      </dsp:txXfrm>
    </dsp:sp>
    <dsp:sp modelId="{3E7EF708-A5FC-4DCF-AF97-9705A035E70C}">
      <dsp:nvSpPr>
        <dsp:cNvPr id="0" name=""/>
        <dsp:cNvSpPr/>
      </dsp:nvSpPr>
      <dsp:spPr>
        <a:xfrm>
          <a:off x="0" y="1034888"/>
          <a:ext cx="894397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5B6003-C85F-4241-A284-1BD1B8503091}">
      <dsp:nvSpPr>
        <dsp:cNvPr id="0" name=""/>
        <dsp:cNvSpPr/>
      </dsp:nvSpPr>
      <dsp:spPr>
        <a:xfrm>
          <a:off x="0" y="1034888"/>
          <a:ext cx="8935239" cy="517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ar-MA" sz="2800" b="1" kern="1200">
              <a:solidFill>
                <a:schemeClr val="tx1">
                  <a:lumMod val="75000"/>
                  <a:lumOff val="25000"/>
                </a:schemeClr>
              </a:solidFill>
            </a:rPr>
            <a:t>- الإيمان القوي والثقة بنصر الله</a:t>
          </a:r>
          <a:endParaRPr lang="en-US" sz="2800" b="1" kern="1200">
            <a:solidFill>
              <a:schemeClr val="tx1">
                <a:lumMod val="75000"/>
                <a:lumOff val="25000"/>
              </a:schemeClr>
            </a:solidFill>
          </a:endParaRPr>
        </a:p>
      </dsp:txBody>
      <dsp:txXfrm>
        <a:off x="0" y="1034888"/>
        <a:ext cx="8935239" cy="517049"/>
      </dsp:txXfrm>
    </dsp:sp>
    <dsp:sp modelId="{BBEE98E6-CA4E-4EBB-A3E7-9F1442EAD994}">
      <dsp:nvSpPr>
        <dsp:cNvPr id="0" name=""/>
        <dsp:cNvSpPr/>
      </dsp:nvSpPr>
      <dsp:spPr>
        <a:xfrm>
          <a:off x="0" y="1551938"/>
          <a:ext cx="8943974"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41B5BC-99B7-42A6-800F-E07891A7B7D2}">
      <dsp:nvSpPr>
        <dsp:cNvPr id="0" name=""/>
        <dsp:cNvSpPr/>
      </dsp:nvSpPr>
      <dsp:spPr>
        <a:xfrm>
          <a:off x="0" y="1551938"/>
          <a:ext cx="8935239" cy="517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ar-MA" sz="2800" b="1" kern="1200">
              <a:solidFill>
                <a:schemeClr val="tx1">
                  <a:lumMod val="75000"/>
                  <a:lumOff val="25000"/>
                </a:schemeClr>
              </a:solidFill>
            </a:rPr>
            <a:t>- الإعداد المادي والمعنوي المتكامل</a:t>
          </a:r>
          <a:endParaRPr lang="en-US" sz="2800" b="1" kern="1200">
            <a:solidFill>
              <a:schemeClr val="tx1">
                <a:lumMod val="75000"/>
                <a:lumOff val="25000"/>
              </a:schemeClr>
            </a:solidFill>
          </a:endParaRPr>
        </a:p>
      </dsp:txBody>
      <dsp:txXfrm>
        <a:off x="0" y="1551938"/>
        <a:ext cx="8935239" cy="517049"/>
      </dsp:txXfrm>
    </dsp:sp>
    <dsp:sp modelId="{E52BC2E9-CBBC-41F3-9805-2F2773E4E1F3}">
      <dsp:nvSpPr>
        <dsp:cNvPr id="0" name=""/>
        <dsp:cNvSpPr/>
      </dsp:nvSpPr>
      <dsp:spPr>
        <a:xfrm>
          <a:off x="0" y="2068987"/>
          <a:ext cx="8943974" cy="0"/>
        </a:xfrm>
        <a:prstGeom prst="line">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3D16D4-56EE-4DB9-8947-6D4E41CCB6DC}">
      <dsp:nvSpPr>
        <dsp:cNvPr id="0" name=""/>
        <dsp:cNvSpPr/>
      </dsp:nvSpPr>
      <dsp:spPr>
        <a:xfrm>
          <a:off x="0" y="2068987"/>
          <a:ext cx="8935239" cy="517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ar-MA" sz="2800" b="1" kern="1200" dirty="0">
              <a:solidFill>
                <a:schemeClr val="tx1">
                  <a:lumMod val="75000"/>
                  <a:lumOff val="25000"/>
                </a:schemeClr>
              </a:solidFill>
            </a:rPr>
            <a:t>- التضحية والإيثار في سبيل المبادئ</a:t>
          </a:r>
          <a:endParaRPr lang="en-US" sz="2800" b="1" kern="1200" dirty="0">
            <a:solidFill>
              <a:schemeClr val="tx1">
                <a:lumMod val="75000"/>
                <a:lumOff val="25000"/>
              </a:schemeClr>
            </a:solidFill>
          </a:endParaRPr>
        </a:p>
      </dsp:txBody>
      <dsp:txXfrm>
        <a:off x="0" y="2068987"/>
        <a:ext cx="8935239" cy="517049"/>
      </dsp:txXfrm>
    </dsp:sp>
    <dsp:sp modelId="{23C9CD11-9409-42CE-8FEF-73942375EA1D}">
      <dsp:nvSpPr>
        <dsp:cNvPr id="0" name=""/>
        <dsp:cNvSpPr/>
      </dsp:nvSpPr>
      <dsp:spPr>
        <a:xfrm>
          <a:off x="0" y="2586036"/>
          <a:ext cx="894397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8C6C28-DB54-40AB-9E2E-FEA0237496C2}">
      <dsp:nvSpPr>
        <dsp:cNvPr id="0" name=""/>
        <dsp:cNvSpPr/>
      </dsp:nvSpPr>
      <dsp:spPr>
        <a:xfrm>
          <a:off x="0" y="2586037"/>
          <a:ext cx="8935239" cy="517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ar-MA" sz="2800" b="1" kern="1200">
              <a:solidFill>
                <a:schemeClr val="tx1">
                  <a:lumMod val="75000"/>
                  <a:lumOff val="25000"/>
                </a:schemeClr>
              </a:solidFill>
            </a:rPr>
            <a:t>- العدل والرحمة كقيم أساسية</a:t>
          </a:r>
          <a:endParaRPr lang="en-US" sz="2800" b="1" kern="1200">
            <a:solidFill>
              <a:schemeClr val="tx1">
                <a:lumMod val="75000"/>
                <a:lumOff val="25000"/>
              </a:schemeClr>
            </a:solidFill>
          </a:endParaRPr>
        </a:p>
      </dsp:txBody>
      <dsp:txXfrm>
        <a:off x="0" y="2586037"/>
        <a:ext cx="8935239" cy="517049"/>
      </dsp:txXfrm>
    </dsp:sp>
    <dsp:sp modelId="{5296E9C5-9B42-4B69-82AE-4D1F2CB5B573}">
      <dsp:nvSpPr>
        <dsp:cNvPr id="0" name=""/>
        <dsp:cNvSpPr/>
      </dsp:nvSpPr>
      <dsp:spPr>
        <a:xfrm>
          <a:off x="0" y="3103086"/>
          <a:ext cx="8943974"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62778F-D850-478B-92CA-5B802C1749E9}">
      <dsp:nvSpPr>
        <dsp:cNvPr id="0" name=""/>
        <dsp:cNvSpPr/>
      </dsp:nvSpPr>
      <dsp:spPr>
        <a:xfrm>
          <a:off x="0" y="3103086"/>
          <a:ext cx="8935239" cy="517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ar-MA" sz="2800" b="1" kern="1200">
              <a:solidFill>
                <a:schemeClr val="tx1">
                  <a:lumMod val="75000"/>
                  <a:lumOff val="25000"/>
                </a:schemeClr>
              </a:solidFill>
            </a:rPr>
            <a:t>- القيادة الحكيمة والقدوة العملية</a:t>
          </a:r>
          <a:endParaRPr lang="en-US" sz="2800" b="1" kern="1200">
            <a:solidFill>
              <a:schemeClr val="tx1">
                <a:lumMod val="75000"/>
                <a:lumOff val="25000"/>
              </a:schemeClr>
            </a:solidFill>
          </a:endParaRPr>
        </a:p>
      </dsp:txBody>
      <dsp:txXfrm>
        <a:off x="0" y="3103086"/>
        <a:ext cx="8935239" cy="517049"/>
      </dsp:txXfrm>
    </dsp:sp>
    <dsp:sp modelId="{2665BCA6-822A-482E-8DDD-B9742E5D3DB7}">
      <dsp:nvSpPr>
        <dsp:cNvPr id="0" name=""/>
        <dsp:cNvSpPr/>
      </dsp:nvSpPr>
      <dsp:spPr>
        <a:xfrm>
          <a:off x="0" y="3620135"/>
          <a:ext cx="894397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334E21-EBF3-4A76-9192-4C6637112DB7}">
      <dsp:nvSpPr>
        <dsp:cNvPr id="0" name=""/>
        <dsp:cNvSpPr/>
      </dsp:nvSpPr>
      <dsp:spPr>
        <a:xfrm>
          <a:off x="0" y="3620135"/>
          <a:ext cx="8935239" cy="517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ar-MA" sz="2800" b="1" kern="1200">
              <a:solidFill>
                <a:schemeClr val="tx1">
                  <a:lumMod val="75000"/>
                  <a:lumOff val="25000"/>
                </a:schemeClr>
              </a:solidFill>
            </a:rPr>
            <a:t>- التطبيق المعاصر:</a:t>
          </a:r>
          <a:endParaRPr lang="en-US" sz="2800" b="1" kern="1200">
            <a:solidFill>
              <a:schemeClr val="tx1">
                <a:lumMod val="75000"/>
                <a:lumOff val="25000"/>
              </a:schemeClr>
            </a:solidFill>
          </a:endParaRPr>
        </a:p>
      </dsp:txBody>
      <dsp:txXfrm>
        <a:off x="0" y="3620135"/>
        <a:ext cx="8935239" cy="517049"/>
      </dsp:txXfrm>
    </dsp:sp>
    <dsp:sp modelId="{0BF83CD1-CD8A-4DD0-A3E5-7EBDFFA36537}">
      <dsp:nvSpPr>
        <dsp:cNvPr id="0" name=""/>
        <dsp:cNvSpPr/>
      </dsp:nvSpPr>
      <dsp:spPr>
        <a:xfrm>
          <a:off x="0" y="4137185"/>
          <a:ext cx="8943974"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60D0FF-442B-4B76-BBB1-3B35F928B4DF}">
      <dsp:nvSpPr>
        <dsp:cNvPr id="0" name=""/>
        <dsp:cNvSpPr/>
      </dsp:nvSpPr>
      <dsp:spPr>
        <a:xfrm>
          <a:off x="0" y="4137185"/>
          <a:ext cx="8935239" cy="517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ar-MA" sz="2400" b="1" kern="1200" dirty="0">
              <a:solidFill>
                <a:schemeClr val="tx1">
                  <a:lumMod val="75000"/>
                  <a:lumOff val="25000"/>
                </a:schemeClr>
              </a:solidFill>
            </a:rPr>
            <a:t>- غزوة بدر ليست مجرد حدث تاريخي بل نموذج عملي للنجاح في كل مجالات الحياة</a:t>
          </a:r>
          <a:endParaRPr lang="en-US" sz="2400" b="1" kern="1200" dirty="0">
            <a:solidFill>
              <a:schemeClr val="tx1">
                <a:lumMod val="75000"/>
                <a:lumOff val="25000"/>
              </a:schemeClr>
            </a:solidFill>
          </a:endParaRPr>
        </a:p>
      </dsp:txBody>
      <dsp:txXfrm>
        <a:off x="0" y="4137185"/>
        <a:ext cx="8935239" cy="517049"/>
      </dsp:txXfrm>
    </dsp:sp>
    <dsp:sp modelId="{EC9B20BD-8463-4018-BD98-3D0E78E6D501}">
      <dsp:nvSpPr>
        <dsp:cNvPr id="0" name=""/>
        <dsp:cNvSpPr/>
      </dsp:nvSpPr>
      <dsp:spPr>
        <a:xfrm>
          <a:off x="0" y="4654234"/>
          <a:ext cx="8943974" cy="0"/>
        </a:xfrm>
        <a:prstGeom prst="line">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5613CC-731C-46EE-9D94-733AE823164E}">
      <dsp:nvSpPr>
        <dsp:cNvPr id="0" name=""/>
        <dsp:cNvSpPr/>
      </dsp:nvSpPr>
      <dsp:spPr>
        <a:xfrm>
          <a:off x="0" y="4654234"/>
          <a:ext cx="8935239" cy="517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ar-MA" sz="2800" b="1" kern="1200" dirty="0">
              <a:solidFill>
                <a:schemeClr val="tx1">
                  <a:lumMod val="75000"/>
                  <a:lumOff val="25000"/>
                </a:schemeClr>
              </a:solidFill>
            </a:rPr>
            <a:t>- استلهام قيم بدر للنهوض الحضاري</a:t>
          </a:r>
          <a:endParaRPr lang="en-US" sz="2800" b="1" kern="1200" dirty="0">
            <a:solidFill>
              <a:schemeClr val="tx1">
                <a:lumMod val="75000"/>
                <a:lumOff val="25000"/>
              </a:schemeClr>
            </a:solidFill>
          </a:endParaRPr>
        </a:p>
      </dsp:txBody>
      <dsp:txXfrm>
        <a:off x="0" y="4654234"/>
        <a:ext cx="8935239" cy="51704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ar-MA" sz="6600" b="1" dirty="0">
                <a:solidFill>
                  <a:srgbClr val="FFFFFF"/>
                </a:solidFill>
              </a:rPr>
              <a:t>مقدمة</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2696384" y="636190"/>
            <a:ext cx="6123151" cy="5585619"/>
          </a:xfrm>
        </p:spPr>
        <p:txBody>
          <a:bodyPr anchor="ctr">
            <a:normAutofit/>
          </a:bodyPr>
          <a:lstStyle/>
          <a:p>
            <a:pPr marL="0" indent="0" algn="ctr">
              <a:lnSpc>
                <a:spcPct val="90000"/>
              </a:lnSpc>
              <a:buNone/>
            </a:pPr>
            <a:r>
              <a:rPr lang="ar-MA" sz="2400" b="1" dirty="0">
                <a:solidFill>
                  <a:srgbClr val="C0504D"/>
                </a:solidFill>
              </a:rPr>
              <a:t>تعريف بغزوة بدر:</a:t>
            </a:r>
          </a:p>
          <a:p>
            <a:pPr marL="0" indent="0" algn="ctr">
              <a:lnSpc>
                <a:spcPct val="90000"/>
              </a:lnSpc>
              <a:buNone/>
            </a:pPr>
            <a:r>
              <a:rPr lang="ar-MA" sz="2400" b="1" dirty="0"/>
              <a:t> وقعت في 17 رمضان من السنة الثانية للهجرة (624م)</a:t>
            </a:r>
          </a:p>
          <a:p>
            <a:pPr marL="0" indent="0" algn="ctr">
              <a:lnSpc>
                <a:spcPct val="90000"/>
              </a:lnSpc>
              <a:buNone/>
            </a:pPr>
            <a:r>
              <a:rPr lang="ar-MA" sz="2400" b="1" dirty="0"/>
              <a:t> أول مواجهة كبرى بين المسلمين وقريش</a:t>
            </a:r>
          </a:p>
          <a:p>
            <a:pPr marL="0" indent="0" algn="ctr">
              <a:lnSpc>
                <a:spcPct val="90000"/>
              </a:lnSpc>
              <a:buNone/>
            </a:pPr>
            <a:r>
              <a:rPr lang="ar-MA" sz="2400" b="1" dirty="0"/>
              <a:t> محطة فاصلة بين مرحلتي الاستضعاف والتمكين</a:t>
            </a:r>
          </a:p>
          <a:p>
            <a:pPr marL="0" indent="0" algn="ctr">
              <a:lnSpc>
                <a:spcPct val="90000"/>
              </a:lnSpc>
              <a:buNone/>
            </a:pPr>
            <a:r>
              <a:rPr lang="ar-MA" sz="2400" b="1" dirty="0"/>
              <a:t> سميت بـ "يوم الفرقان" لأنها فرقت بين الحق والباطل</a:t>
            </a:r>
          </a:p>
          <a:p>
            <a:pPr marL="0" indent="0" algn="ctr">
              <a:lnSpc>
                <a:spcPct val="90000"/>
              </a:lnSpc>
              <a:buNone/>
            </a:pPr>
            <a:endParaRPr lang="ar-MA" sz="2400" b="1" dirty="0"/>
          </a:p>
          <a:p>
            <a:pPr marL="0" indent="0" algn="ctr">
              <a:lnSpc>
                <a:spcPct val="90000"/>
              </a:lnSpc>
              <a:buNone/>
            </a:pPr>
            <a:r>
              <a:rPr lang="ar-MA" sz="2400" b="1" dirty="0">
                <a:solidFill>
                  <a:srgbClr val="C0504D"/>
                </a:solidFill>
              </a:rPr>
              <a:t> إحصائيات المعركة:</a:t>
            </a:r>
          </a:p>
          <a:p>
            <a:pPr marL="0" indent="0" algn="ctr">
              <a:lnSpc>
                <a:spcPct val="90000"/>
              </a:lnSpc>
              <a:buNone/>
            </a:pPr>
            <a:r>
              <a:rPr lang="ar-MA" sz="2400" b="1" dirty="0"/>
              <a:t> المسلمون: 313 مقاتلاً مع عتاد محدود (فرسان: 2، سيوف ودروع قليلة)</a:t>
            </a:r>
          </a:p>
          <a:p>
            <a:pPr marL="0" indent="0" algn="ctr">
              <a:lnSpc>
                <a:spcPct val="90000"/>
              </a:lnSpc>
              <a:buNone/>
            </a:pPr>
            <a:r>
              <a:rPr lang="ar-MA" sz="2400" b="1" dirty="0"/>
              <a:t> قريش: 1000 مقاتل مع عتاد متفوق (فرسان: 100، دروع وأسلحة وفيرة)</a:t>
            </a:r>
          </a:p>
          <a:p>
            <a:pPr marL="0" indent="0" algn="ctr">
              <a:lnSpc>
                <a:spcPct val="90000"/>
              </a:lnSpc>
              <a:buNone/>
            </a:pPr>
            <a:r>
              <a:rPr lang="ar-MA" sz="2400" b="1" dirty="0"/>
              <a:t> النتيجة: انتصار المسلمين، مقتل 70 من قريش وأسر 70 آخرين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794604" y="-1108988"/>
            <a:ext cx="5384871"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630934" y="673770"/>
            <a:ext cx="2733367" cy="2414488"/>
          </a:xfrm>
        </p:spPr>
        <p:txBody>
          <a:bodyPr anchor="t">
            <a:normAutofit/>
          </a:bodyPr>
          <a:lstStyle/>
          <a:p>
            <a:r>
              <a:rPr lang="ar-MA" sz="6000" b="1" dirty="0">
                <a:solidFill>
                  <a:srgbClr val="FFFFFF"/>
                </a:solidFill>
              </a:rPr>
              <a:t> أهمية غزوة بدر</a:t>
            </a:r>
          </a:p>
        </p:txBody>
      </p:sp>
      <p:sp>
        <p:nvSpPr>
          <p:cNvPr id="3" name="Content Placeholder 2"/>
          <p:cNvSpPr>
            <a:spLocks noGrp="1"/>
          </p:cNvSpPr>
          <p:nvPr>
            <p:ph idx="1"/>
          </p:nvPr>
        </p:nvSpPr>
        <p:spPr>
          <a:xfrm>
            <a:off x="4153379" y="1039632"/>
            <a:ext cx="5020945" cy="5294647"/>
          </a:xfrm>
        </p:spPr>
        <p:txBody>
          <a:bodyPr>
            <a:noAutofit/>
          </a:bodyPr>
          <a:lstStyle/>
          <a:p>
            <a:pPr marL="0" indent="0" algn="ctr">
              <a:lnSpc>
                <a:spcPct val="90000"/>
              </a:lnSpc>
              <a:buNone/>
            </a:pPr>
            <a:r>
              <a:rPr lang="ar-MA" sz="2400" b="1" dirty="0">
                <a:solidFill>
                  <a:srgbClr val="C0504D"/>
                </a:solidFill>
              </a:rPr>
              <a:t>الأهمية التاريخية:</a:t>
            </a:r>
          </a:p>
          <a:p>
            <a:pPr marL="0" indent="0" algn="ctr">
              <a:lnSpc>
                <a:spcPct val="90000"/>
              </a:lnSpc>
              <a:buNone/>
            </a:pPr>
            <a:r>
              <a:rPr lang="ar-MA" sz="2400" b="1" dirty="0"/>
              <a:t> نقطة تحول في مسار الدعوة الإسلامية</a:t>
            </a:r>
          </a:p>
          <a:p>
            <a:pPr marL="0" indent="0" algn="ctr">
              <a:lnSpc>
                <a:spcPct val="90000"/>
              </a:lnSpc>
              <a:buNone/>
            </a:pPr>
            <a:r>
              <a:rPr lang="ar-MA" sz="2400" b="1" dirty="0"/>
              <a:t> بداية تمكين المسلمين وتأسيس مكانتهم في الجزيرة العربية</a:t>
            </a:r>
          </a:p>
          <a:p>
            <a:pPr marL="0" indent="0" algn="ctr">
              <a:lnSpc>
                <a:spcPct val="90000"/>
              </a:lnSpc>
              <a:buNone/>
            </a:pPr>
            <a:r>
              <a:rPr lang="ar-MA" sz="2400" b="1" dirty="0"/>
              <a:t> إثبات للقوة العسكرية للدولة الإسلامية الناشئة</a:t>
            </a:r>
          </a:p>
          <a:p>
            <a:pPr marL="0" indent="0" algn="ctr">
              <a:lnSpc>
                <a:spcPct val="90000"/>
              </a:lnSpc>
              <a:buNone/>
            </a:pPr>
            <a:r>
              <a:rPr lang="ar-MA" sz="2400" b="1" dirty="0"/>
              <a:t> تراجع هيبة قريش وتأثيرها بين القبائل العربية</a:t>
            </a:r>
          </a:p>
          <a:p>
            <a:pPr marL="0" indent="0" algn="ctr">
              <a:lnSpc>
                <a:spcPct val="90000"/>
              </a:lnSpc>
              <a:buNone/>
            </a:pPr>
            <a:endParaRPr lang="ar-MA" sz="2400" b="1" dirty="0"/>
          </a:p>
          <a:p>
            <a:pPr marL="0" indent="0" algn="ctr">
              <a:lnSpc>
                <a:spcPct val="90000"/>
              </a:lnSpc>
              <a:buNone/>
            </a:pPr>
            <a:r>
              <a:rPr lang="ar-MA" sz="2400" b="1" dirty="0">
                <a:solidFill>
                  <a:srgbClr val="C0504D"/>
                </a:solidFill>
              </a:rPr>
              <a:t> الأهمية الروحية:</a:t>
            </a:r>
          </a:p>
          <a:p>
            <a:pPr marL="0" indent="0" algn="ctr">
              <a:lnSpc>
                <a:spcPct val="90000"/>
              </a:lnSpc>
              <a:buNone/>
            </a:pPr>
            <a:r>
              <a:rPr lang="ar-MA" sz="2400" b="1" dirty="0"/>
              <a:t> تجلي نصر الله للمؤمنين وتأييدهم بالملائكة</a:t>
            </a:r>
          </a:p>
          <a:p>
            <a:pPr marL="0" indent="0" algn="ctr">
              <a:lnSpc>
                <a:spcPct val="90000"/>
              </a:lnSpc>
              <a:buNone/>
            </a:pPr>
            <a:r>
              <a:rPr lang="ar-MA" sz="2400" b="1" dirty="0"/>
              <a:t> تصديق وعد الله تعالى بنصر المؤمنين</a:t>
            </a:r>
          </a:p>
          <a:p>
            <a:pPr marL="0" indent="0" algn="ctr">
              <a:lnSpc>
                <a:spcPct val="90000"/>
              </a:lnSpc>
              <a:buNone/>
            </a:pPr>
            <a:r>
              <a:rPr lang="ar-MA" sz="2400" b="1" dirty="0"/>
              <a:t> تعزيز الثقة بالدعوة الإسلامية وقيادة النبي ﷺ</a:t>
            </a:r>
          </a:p>
          <a:p>
            <a:pPr marL="0" indent="0" algn="ctr">
              <a:lnSpc>
                <a:spcPct val="90000"/>
              </a:lnSpc>
              <a:buNone/>
            </a:pPr>
            <a:r>
              <a:rPr lang="ar-MA" sz="2400" b="1" dirty="0"/>
              <a:t> كانت مصداقاً لقوله تعالى: "كم من فئة قليلة غلبت فئة كثيرة بإذن الله"</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ar-MA" sz="4700" b="1" dirty="0"/>
              <a:t> التخطيط الاستراتيجي وأهمية الشورى</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54B595C-3BBC-D87B-DDDE-DE53D82F2945}"/>
              </a:ext>
            </a:extLst>
          </p:cNvPr>
          <p:cNvGraphicFramePr>
            <a:graphicFrameLocks noGrp="1"/>
          </p:cNvGraphicFramePr>
          <p:nvPr>
            <p:ph idx="1"/>
            <p:extLst>
              <p:ext uri="{D42A27DB-BD31-4B8C-83A1-F6EECF244321}">
                <p14:modId xmlns:p14="http://schemas.microsoft.com/office/powerpoint/2010/main" val="1429882909"/>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MA" b="1" dirty="0"/>
              <a:t> تطبيقات مبدأ الشورى في حياتنا المعاصرة</a:t>
            </a:r>
            <a:endParaRPr b="1" dirty="0"/>
          </a:p>
        </p:txBody>
      </p:sp>
      <p:graphicFrame>
        <p:nvGraphicFramePr>
          <p:cNvPr id="5" name="Content Placeholder 2">
            <a:extLst>
              <a:ext uri="{FF2B5EF4-FFF2-40B4-BE49-F238E27FC236}">
                <a16:creationId xmlns:a16="http://schemas.microsoft.com/office/drawing/2014/main" id="{BE0A98E5-6BEA-C29F-2EEC-0C1DD0587603}"/>
              </a:ext>
            </a:extLst>
          </p:cNvPr>
          <p:cNvGraphicFramePr>
            <a:graphicFrameLocks noGrp="1"/>
          </p:cNvGraphicFramePr>
          <p:nvPr>
            <p:ph idx="1"/>
            <p:extLst>
              <p:ext uri="{D42A27DB-BD31-4B8C-83A1-F6EECF244321}">
                <p14:modId xmlns:p14="http://schemas.microsoft.com/office/powerpoint/2010/main" val="3711265861"/>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D1DA1EA-8278-858D-049F-5AA74541536C}"/>
              </a:ext>
            </a:extLst>
          </p:cNvPr>
          <p:cNvPicPr>
            <a:picLocks noChangeAspect="1"/>
          </p:cNvPicPr>
          <p:nvPr/>
        </p:nvPicPr>
        <p:blipFill>
          <a:blip r:embed="rId2">
            <a:duotone>
              <a:schemeClr val="bg2">
                <a:shade val="45000"/>
                <a:satMod val="135000"/>
              </a:schemeClr>
              <a:prstClr val="white"/>
            </a:duotone>
          </a:blip>
          <a:srcRect t="13043"/>
          <a:stretch/>
        </p:blipFill>
        <p:spPr>
          <a:xfrm>
            <a:off x="20" y="10"/>
            <a:ext cx="9143980" cy="6857990"/>
          </a:xfrm>
          <a:prstGeom prst="rect">
            <a:avLst/>
          </a:prstGeom>
        </p:spPr>
      </p:pic>
      <p:sp>
        <p:nvSpPr>
          <p:cNvPr id="17" name="Rectangle 16">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ar-MA" b="1" dirty="0"/>
              <a:t>الإيمان والثقة بنصر الله</a:t>
            </a:r>
          </a:p>
        </p:txBody>
      </p:sp>
      <p:graphicFrame>
        <p:nvGraphicFramePr>
          <p:cNvPr id="5" name="Content Placeholder 2">
            <a:extLst>
              <a:ext uri="{FF2B5EF4-FFF2-40B4-BE49-F238E27FC236}">
                <a16:creationId xmlns:a16="http://schemas.microsoft.com/office/drawing/2014/main" id="{2E40B0CF-0A13-B293-21FA-F53539CC0DB9}"/>
              </a:ext>
            </a:extLst>
          </p:cNvPr>
          <p:cNvGraphicFramePr>
            <a:graphicFrameLocks noGrp="1"/>
          </p:cNvGraphicFramePr>
          <p:nvPr>
            <p:ph idx="1"/>
            <p:extLst>
              <p:ext uri="{D42A27DB-BD31-4B8C-83A1-F6EECF244321}">
                <p14:modId xmlns:p14="http://schemas.microsoft.com/office/powerpoint/2010/main" val="3016703329"/>
              </p:ext>
            </p:extLst>
          </p:nvPr>
        </p:nvGraphicFramePr>
        <p:xfrm>
          <a:off x="20" y="1825624"/>
          <a:ext cx="9143980" cy="48990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E43624B-DE81-15E7-D5C8-D2FD3DFCF22D}"/>
              </a:ext>
            </a:extLst>
          </p:cNvPr>
          <p:cNvPicPr>
            <a:picLocks noChangeAspect="1"/>
          </p:cNvPicPr>
          <p:nvPr/>
        </p:nvPicPr>
        <p:blipFill>
          <a:blip r:embed="rId2">
            <a:duotone>
              <a:schemeClr val="bg2">
                <a:shade val="45000"/>
                <a:satMod val="135000"/>
              </a:schemeClr>
              <a:prstClr val="white"/>
            </a:duotone>
          </a:blip>
          <a:srcRect r="10999" b="-1"/>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ar-MA" b="1" dirty="0"/>
              <a:t>تطبيقات الإيمان والثقة في حياتنا المعاصرة</a:t>
            </a:r>
            <a:endParaRPr b="1" dirty="0"/>
          </a:p>
        </p:txBody>
      </p:sp>
      <p:graphicFrame>
        <p:nvGraphicFramePr>
          <p:cNvPr id="5" name="Content Placeholder 2">
            <a:extLst>
              <a:ext uri="{FF2B5EF4-FFF2-40B4-BE49-F238E27FC236}">
                <a16:creationId xmlns:a16="http://schemas.microsoft.com/office/drawing/2014/main" id="{435DF387-2738-DD3D-D318-E0E617528324}"/>
              </a:ext>
            </a:extLst>
          </p:cNvPr>
          <p:cNvGraphicFramePr>
            <a:graphicFrameLocks noGrp="1"/>
          </p:cNvGraphicFramePr>
          <p:nvPr>
            <p:ph idx="1"/>
            <p:extLst>
              <p:ext uri="{D42A27DB-BD31-4B8C-83A1-F6EECF244321}">
                <p14:modId xmlns:p14="http://schemas.microsoft.com/office/powerpoint/2010/main" val="2011394094"/>
              </p:ext>
            </p:extLst>
          </p:nvPr>
        </p:nvGraphicFramePr>
        <p:xfrm>
          <a:off x="114300" y="1825624"/>
          <a:ext cx="8924925" cy="50323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0A77B4C-9DE1-C71D-95DB-AF0843C7D9EC}"/>
              </a:ext>
            </a:extLst>
          </p:cNvPr>
          <p:cNvPicPr>
            <a:picLocks noChangeAspect="1"/>
          </p:cNvPicPr>
          <p:nvPr/>
        </p:nvPicPr>
        <p:blipFill>
          <a:blip r:embed="rId2">
            <a:duotone>
              <a:schemeClr val="bg2">
                <a:shade val="45000"/>
                <a:satMod val="135000"/>
              </a:schemeClr>
              <a:prstClr val="white"/>
            </a:duotone>
          </a:blip>
          <a:srcRect r="5666" b="-1"/>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ar-MA" b="1" dirty="0"/>
              <a:t>أهمية الإعداد المادي والمعنوي</a:t>
            </a:r>
            <a:endParaRPr b="1" dirty="0"/>
          </a:p>
        </p:txBody>
      </p:sp>
      <p:graphicFrame>
        <p:nvGraphicFramePr>
          <p:cNvPr id="5" name="Content Placeholder 2">
            <a:extLst>
              <a:ext uri="{FF2B5EF4-FFF2-40B4-BE49-F238E27FC236}">
                <a16:creationId xmlns:a16="http://schemas.microsoft.com/office/drawing/2014/main" id="{A5C47160-547C-42F6-C2D8-49169EE629FA}"/>
              </a:ext>
            </a:extLst>
          </p:cNvPr>
          <p:cNvGraphicFramePr>
            <a:graphicFrameLocks noGrp="1"/>
          </p:cNvGraphicFramePr>
          <p:nvPr>
            <p:ph idx="1"/>
            <p:extLst>
              <p:ext uri="{D42A27DB-BD31-4B8C-83A1-F6EECF244321}">
                <p14:modId xmlns:p14="http://schemas.microsoft.com/office/powerpoint/2010/main" val="145178710"/>
              </p:ext>
            </p:extLst>
          </p:nvPr>
        </p:nvGraphicFramePr>
        <p:xfrm>
          <a:off x="85725" y="1524000"/>
          <a:ext cx="8953499" cy="4968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ar-MA" sz="4800" b="1" dirty="0"/>
              <a:t> التوازن بين الأخذ بالأسباب والتوكل</a:t>
            </a:r>
            <a:endParaRPr sz="4800" b="1" dirty="0"/>
          </a:p>
        </p:txBody>
      </p:sp>
      <p:graphicFrame>
        <p:nvGraphicFramePr>
          <p:cNvPr id="5" name="Content Placeholder 2">
            <a:extLst>
              <a:ext uri="{FF2B5EF4-FFF2-40B4-BE49-F238E27FC236}">
                <a16:creationId xmlns:a16="http://schemas.microsoft.com/office/drawing/2014/main" id="{4015D717-033E-A318-E3E0-7EC54360EB0A}"/>
              </a:ext>
            </a:extLst>
          </p:cNvPr>
          <p:cNvGraphicFramePr>
            <a:graphicFrameLocks noGrp="1"/>
          </p:cNvGraphicFramePr>
          <p:nvPr>
            <p:ph idx="1"/>
            <p:extLst>
              <p:ext uri="{D42A27DB-BD31-4B8C-83A1-F6EECF244321}">
                <p14:modId xmlns:p14="http://schemas.microsoft.com/office/powerpoint/2010/main" val="1378904895"/>
              </p:ext>
            </p:extLst>
          </p:nvPr>
        </p:nvGraphicFramePr>
        <p:xfrm>
          <a:off x="152400" y="1600200"/>
          <a:ext cx="8839200" cy="49831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EF7371-AEB7-E583-7941-B99B1DA6B1A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9143998" cy="4267200"/>
            <a:chOff x="7467600" y="0"/>
            <a:chExt cx="4724400" cy="6858000"/>
          </a:xfrm>
        </p:grpSpPr>
        <p:sp>
          <p:nvSpPr>
            <p:cNvPr id="12" name="Rectangle 11">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7" name="Rectangle 16">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57201"/>
            <a:ext cx="84582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91315874-029C-5BD0-FCD4-C95AB9653879}"/>
              </a:ext>
            </a:extLst>
          </p:cNvPr>
          <p:cNvSpPr>
            <a:spLocks noGrp="1"/>
          </p:cNvSpPr>
          <p:nvPr>
            <p:ph type="title"/>
          </p:nvPr>
        </p:nvSpPr>
        <p:spPr>
          <a:xfrm>
            <a:off x="857250" y="990599"/>
            <a:ext cx="7429500" cy="685800"/>
          </a:xfrm>
        </p:spPr>
        <p:txBody>
          <a:bodyPr anchor="t">
            <a:noAutofit/>
          </a:bodyPr>
          <a:lstStyle/>
          <a:p>
            <a:r>
              <a:rPr lang="ar-MA" b="1" dirty="0"/>
              <a:t>التضحية والإيثار في سبيل الله</a:t>
            </a:r>
          </a:p>
        </p:txBody>
      </p:sp>
      <p:graphicFrame>
        <p:nvGraphicFramePr>
          <p:cNvPr id="5" name="Content Placeholder 2">
            <a:extLst>
              <a:ext uri="{FF2B5EF4-FFF2-40B4-BE49-F238E27FC236}">
                <a16:creationId xmlns:a16="http://schemas.microsoft.com/office/drawing/2014/main" id="{F9666AFB-2748-AD82-1A86-30748F70605F}"/>
              </a:ext>
            </a:extLst>
          </p:cNvPr>
          <p:cNvGraphicFramePr>
            <a:graphicFrameLocks noGrp="1"/>
          </p:cNvGraphicFramePr>
          <p:nvPr>
            <p:ph idx="1"/>
            <p:extLst>
              <p:ext uri="{D42A27DB-BD31-4B8C-83A1-F6EECF244321}">
                <p14:modId xmlns:p14="http://schemas.microsoft.com/office/powerpoint/2010/main" val="3457238944"/>
              </p:ext>
            </p:extLst>
          </p:nvPr>
        </p:nvGraphicFramePr>
        <p:xfrm>
          <a:off x="514350" y="2137228"/>
          <a:ext cx="81153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57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663C3-CE79-E9B0-93FF-9C3189CC5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68934-63D3-2137-8228-1CD5016A3E9E}"/>
              </a:ext>
            </a:extLst>
          </p:cNvPr>
          <p:cNvSpPr>
            <a:spLocks noGrp="1"/>
          </p:cNvSpPr>
          <p:nvPr>
            <p:ph type="title"/>
          </p:nvPr>
        </p:nvSpPr>
        <p:spPr/>
        <p:txBody>
          <a:bodyPr/>
          <a:lstStyle/>
          <a:p>
            <a:r>
              <a:rPr lang="ar-MA" b="1" dirty="0"/>
              <a:t>روح التضحية في حياتنا المعاصرة</a:t>
            </a:r>
            <a:endParaRPr b="1" dirty="0"/>
          </a:p>
        </p:txBody>
      </p:sp>
      <p:graphicFrame>
        <p:nvGraphicFramePr>
          <p:cNvPr id="5" name="Content Placeholder 2">
            <a:extLst>
              <a:ext uri="{FF2B5EF4-FFF2-40B4-BE49-F238E27FC236}">
                <a16:creationId xmlns:a16="http://schemas.microsoft.com/office/drawing/2014/main" id="{D58B0679-FBAF-5A48-B861-F05C450921F2}"/>
              </a:ext>
            </a:extLst>
          </p:cNvPr>
          <p:cNvGraphicFramePr>
            <a:graphicFrameLocks noGrp="1"/>
          </p:cNvGraphicFramePr>
          <p:nvPr>
            <p:ph idx="1"/>
            <p:extLst>
              <p:ext uri="{D42A27DB-BD31-4B8C-83A1-F6EECF244321}">
                <p14:modId xmlns:p14="http://schemas.microsoft.com/office/powerpoint/2010/main" val="794803276"/>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6374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2D4E19-ED17-8A6E-35BF-FA883DED49D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CE1029-7190-0C8D-AE29-71D0823BACCA}"/>
              </a:ext>
            </a:extLst>
          </p:cNvPr>
          <p:cNvSpPr>
            <a:spLocks noGrp="1"/>
          </p:cNvSpPr>
          <p:nvPr>
            <p:ph type="title"/>
          </p:nvPr>
        </p:nvSpPr>
        <p:spPr>
          <a:xfrm>
            <a:off x="483797" y="1463040"/>
            <a:ext cx="3049977" cy="2690949"/>
          </a:xfrm>
        </p:spPr>
        <p:txBody>
          <a:bodyPr anchor="t">
            <a:normAutofit/>
          </a:bodyPr>
          <a:lstStyle/>
          <a:p>
            <a:r>
              <a:rPr lang="ar-MA" sz="4200" b="1" dirty="0"/>
              <a:t>العدل والرحمة حتى مع الأعداء</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250" y="4415246"/>
            <a:ext cx="8986749"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50279" y="587829"/>
            <a:ext cx="4878975"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35012A-C44A-BB28-CC8A-ECC8F4AAB856}"/>
              </a:ext>
            </a:extLst>
          </p:cNvPr>
          <p:cNvSpPr>
            <a:spLocks noGrp="1"/>
          </p:cNvSpPr>
          <p:nvPr>
            <p:ph idx="1"/>
          </p:nvPr>
        </p:nvSpPr>
        <p:spPr>
          <a:xfrm>
            <a:off x="3850280" y="658290"/>
            <a:ext cx="4809922" cy="4300447"/>
          </a:xfrm>
        </p:spPr>
        <p:txBody>
          <a:bodyPr anchor="t">
            <a:noAutofit/>
          </a:bodyPr>
          <a:lstStyle/>
          <a:p>
            <a:pPr marL="0" indent="0" algn="ctr">
              <a:buNone/>
            </a:pPr>
            <a:r>
              <a:rPr lang="ar-MA" sz="2800" b="1" dirty="0">
                <a:solidFill>
                  <a:srgbClr val="8064A2"/>
                </a:solidFill>
              </a:rPr>
              <a:t>معاملة الأسرى:</a:t>
            </a:r>
          </a:p>
          <a:p>
            <a:pPr marL="0" indent="0" algn="ctr">
              <a:buNone/>
            </a:pPr>
            <a:r>
              <a:rPr lang="ar-MA" sz="2800" b="1" dirty="0"/>
              <a:t>وصية النبي ﷺ: "استوصوا بالأسرى خيرًا"</a:t>
            </a:r>
          </a:p>
          <a:p>
            <a:pPr marL="0" indent="0" algn="ctr">
              <a:buNone/>
            </a:pPr>
            <a:r>
              <a:rPr lang="ar-MA" sz="2800" b="1" dirty="0"/>
              <a:t>إطعام الأسرى من طعام المسلمين</a:t>
            </a:r>
          </a:p>
          <a:p>
            <a:pPr marL="0" indent="0" algn="ctr">
              <a:buNone/>
            </a:pPr>
            <a:r>
              <a:rPr lang="ar-MA" sz="2800" b="1" dirty="0"/>
              <a:t>المعاملة الإنسانية رغم العداوة السابقة</a:t>
            </a:r>
          </a:p>
          <a:p>
            <a:pPr marL="0" indent="0" algn="ctr">
              <a:buNone/>
            </a:pPr>
            <a:r>
              <a:rPr lang="ar-MA" sz="2800" b="1" dirty="0">
                <a:solidFill>
                  <a:srgbClr val="8064A2"/>
                </a:solidFill>
              </a:rPr>
              <a:t>نظام الفداء:</a:t>
            </a:r>
          </a:p>
          <a:p>
            <a:pPr marL="0" indent="0" algn="ctr">
              <a:buNone/>
            </a:pPr>
            <a:r>
              <a:rPr lang="ar-MA" sz="2800" b="1" dirty="0"/>
              <a:t>فداء بعض الأسرى بالمال</a:t>
            </a:r>
          </a:p>
          <a:p>
            <a:pPr marL="0" indent="0" algn="ctr">
              <a:buNone/>
            </a:pPr>
            <a:r>
              <a:rPr lang="ar-MA" sz="2800" b="1" dirty="0"/>
              <a:t>إطلاق سراح البعض مقابل تعليم المسلمين القراءة والكتابة</a:t>
            </a:r>
          </a:p>
          <a:p>
            <a:pPr marL="0" indent="0" algn="ctr">
              <a:buNone/>
            </a:pPr>
            <a:r>
              <a:rPr lang="ar-MA" sz="2800" b="1" dirty="0"/>
              <a:t>التوازن بين المصلحة والرحمة</a:t>
            </a:r>
          </a:p>
        </p:txBody>
      </p:sp>
    </p:spTree>
    <p:extLst>
      <p:ext uri="{BB962C8B-B14F-4D97-AF65-F5344CB8AC3E}">
        <p14:creationId xmlns:p14="http://schemas.microsoft.com/office/powerpoint/2010/main" val="3025846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DD6E0D-205B-7BD9-58D3-B2A2A78433E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 name="Group 9">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5600700" cy="6858000"/>
            <a:chOff x="7467600" y="0"/>
            <a:chExt cx="4724400" cy="6858000"/>
          </a:xfrm>
        </p:grpSpPr>
        <p:sp>
          <p:nvSpPr>
            <p:cNvPr id="11" name="Rectangle 10">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3">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27275"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6" name="Rectangle 1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990600"/>
            <a:ext cx="84582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6E1CF31D-15CA-29B3-F55F-5CF2B821F1F8}"/>
              </a:ext>
            </a:extLst>
          </p:cNvPr>
          <p:cNvSpPr>
            <a:spLocks noGrp="1"/>
          </p:cNvSpPr>
          <p:nvPr>
            <p:ph type="title"/>
          </p:nvPr>
        </p:nvSpPr>
        <p:spPr>
          <a:xfrm>
            <a:off x="752478" y="2686050"/>
            <a:ext cx="2857500" cy="3505200"/>
          </a:xfrm>
        </p:spPr>
        <p:txBody>
          <a:bodyPr anchor="t">
            <a:normAutofit/>
          </a:bodyPr>
          <a:lstStyle/>
          <a:p>
            <a:r>
              <a:rPr lang="ar-MA" sz="3500" b="1" dirty="0"/>
              <a:t>العدل والرحمة في المجتمع المعاصر</a:t>
            </a:r>
          </a:p>
        </p:txBody>
      </p:sp>
      <p:sp>
        <p:nvSpPr>
          <p:cNvPr id="3" name="Content Placeholder 2">
            <a:extLst>
              <a:ext uri="{FF2B5EF4-FFF2-40B4-BE49-F238E27FC236}">
                <a16:creationId xmlns:a16="http://schemas.microsoft.com/office/drawing/2014/main" id="{AA433AFD-40BB-7330-FC1C-F0F2C9D8E4DB}"/>
              </a:ext>
            </a:extLst>
          </p:cNvPr>
          <p:cNvSpPr>
            <a:spLocks noGrp="1"/>
          </p:cNvSpPr>
          <p:nvPr>
            <p:ph idx="1"/>
          </p:nvPr>
        </p:nvSpPr>
        <p:spPr>
          <a:xfrm>
            <a:off x="3886203" y="1466850"/>
            <a:ext cx="4848222" cy="3505200"/>
          </a:xfrm>
        </p:spPr>
        <p:txBody>
          <a:bodyPr>
            <a:noAutofit/>
          </a:bodyPr>
          <a:lstStyle/>
          <a:p>
            <a:pPr marL="0" indent="0" algn="ctr">
              <a:buNone/>
            </a:pPr>
            <a:r>
              <a:rPr lang="ar-MA" sz="2800" b="1" dirty="0">
                <a:solidFill>
                  <a:srgbClr val="B7D4D3"/>
                </a:solidFill>
              </a:rPr>
              <a:t>تطبيقات العدل:</a:t>
            </a:r>
          </a:p>
          <a:p>
            <a:pPr marL="0" indent="0" algn="ctr">
              <a:buNone/>
            </a:pPr>
            <a:r>
              <a:rPr lang="ar-MA" sz="2800" b="1" dirty="0">
                <a:solidFill>
                  <a:schemeClr val="tx1">
                    <a:alpha val="55000"/>
                  </a:schemeClr>
                </a:solidFill>
              </a:rPr>
              <a:t>   العدل في المعاملات الاقتصادية</a:t>
            </a:r>
          </a:p>
          <a:p>
            <a:pPr marL="0" indent="0" algn="ctr">
              <a:buNone/>
            </a:pPr>
            <a:r>
              <a:rPr lang="ar-MA" sz="2800" b="1" dirty="0">
                <a:solidFill>
                  <a:schemeClr val="tx1">
                    <a:alpha val="55000"/>
                  </a:schemeClr>
                </a:solidFill>
              </a:rPr>
              <a:t>   العدل في تطبيق القانون</a:t>
            </a:r>
          </a:p>
          <a:p>
            <a:pPr marL="0" indent="0" algn="ctr">
              <a:buNone/>
            </a:pPr>
            <a:r>
              <a:rPr lang="ar-MA" sz="2800" b="1" dirty="0">
                <a:solidFill>
                  <a:schemeClr val="tx1">
                    <a:alpha val="55000"/>
                  </a:schemeClr>
                </a:solidFill>
              </a:rPr>
              <a:t>   العدل في توزيع الفرص والموارد</a:t>
            </a:r>
          </a:p>
          <a:p>
            <a:pPr marL="0" indent="0" algn="ctr">
              <a:buNone/>
            </a:pPr>
            <a:r>
              <a:rPr lang="ar-MA" sz="2800" b="1" dirty="0">
                <a:solidFill>
                  <a:srgbClr val="B7D4D3">
                    <a:alpha val="55000"/>
                  </a:srgbClr>
                </a:solidFill>
              </a:rPr>
              <a:t> تطبيقات الرحمة:</a:t>
            </a:r>
          </a:p>
          <a:p>
            <a:pPr marL="0" indent="0" algn="ctr">
              <a:buNone/>
            </a:pPr>
            <a:r>
              <a:rPr lang="ar-MA" sz="2800" b="1" dirty="0">
                <a:solidFill>
                  <a:schemeClr val="tx1">
                    <a:alpha val="55000"/>
                  </a:schemeClr>
                </a:solidFill>
              </a:rPr>
              <a:t>   الرحمة في التعامل مع المخطئين</a:t>
            </a:r>
          </a:p>
          <a:p>
            <a:pPr marL="0" indent="0" algn="ctr">
              <a:buNone/>
            </a:pPr>
            <a:r>
              <a:rPr lang="ar-MA" sz="2800" b="1" dirty="0">
                <a:solidFill>
                  <a:schemeClr val="tx1">
                    <a:alpha val="55000"/>
                  </a:schemeClr>
                </a:solidFill>
              </a:rPr>
              <a:t>   الرحمة مع الضعفاء والمحتاجين</a:t>
            </a:r>
          </a:p>
          <a:p>
            <a:pPr marL="0" indent="0" algn="ctr">
              <a:buNone/>
            </a:pPr>
            <a:r>
              <a:rPr lang="ar-MA" sz="2800" b="1" dirty="0">
                <a:solidFill>
                  <a:schemeClr val="tx1">
                    <a:alpha val="55000"/>
                  </a:schemeClr>
                </a:solidFill>
              </a:rPr>
              <a:t>   الرحمة حتى مع المخالفين والخصوم</a:t>
            </a:r>
          </a:p>
        </p:txBody>
      </p:sp>
    </p:spTree>
    <p:extLst>
      <p:ext uri="{BB962C8B-B14F-4D97-AF65-F5344CB8AC3E}">
        <p14:creationId xmlns:p14="http://schemas.microsoft.com/office/powerpoint/2010/main" val="3948993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009C8-3A25-29F9-6F69-0E2198297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96DF1-252C-DE93-2578-0C04FF552D1B}"/>
              </a:ext>
            </a:extLst>
          </p:cNvPr>
          <p:cNvSpPr>
            <a:spLocks noGrp="1"/>
          </p:cNvSpPr>
          <p:nvPr>
            <p:ph type="title"/>
          </p:nvPr>
        </p:nvSpPr>
        <p:spPr/>
        <p:txBody>
          <a:bodyPr/>
          <a:lstStyle/>
          <a:p>
            <a:r>
              <a:rPr lang="ar-MA" b="1" dirty="0"/>
              <a:t>دور القيادة في تحقيق النصر</a:t>
            </a:r>
            <a:endParaRPr b="1" dirty="0"/>
          </a:p>
        </p:txBody>
      </p:sp>
      <p:graphicFrame>
        <p:nvGraphicFramePr>
          <p:cNvPr id="5" name="Content Placeholder 2">
            <a:extLst>
              <a:ext uri="{FF2B5EF4-FFF2-40B4-BE49-F238E27FC236}">
                <a16:creationId xmlns:a16="http://schemas.microsoft.com/office/drawing/2014/main" id="{9B6E2CAE-CD1B-3F1E-77A6-FE57FC8DDD75}"/>
              </a:ext>
            </a:extLst>
          </p:cNvPr>
          <p:cNvGraphicFramePr>
            <a:graphicFrameLocks noGrp="1"/>
          </p:cNvGraphicFramePr>
          <p:nvPr>
            <p:ph idx="1"/>
            <p:extLst>
              <p:ext uri="{D42A27DB-BD31-4B8C-83A1-F6EECF244321}">
                <p14:modId xmlns:p14="http://schemas.microsoft.com/office/powerpoint/2010/main" val="2731900209"/>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5149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389F4C-596C-EAB3-9D0D-73BADD534BB9}"/>
            </a:ext>
          </a:extLst>
        </p:cNvPr>
        <p:cNvGrpSpPr/>
        <p:nvPr/>
      </p:nvGrpSpPr>
      <p:grpSpPr>
        <a:xfrm>
          <a:off x="0" y="0"/>
          <a:ext cx="0" cy="0"/>
          <a:chOff x="0" y="0"/>
          <a:chExt cx="0" cy="0"/>
        </a:xfrm>
      </p:grpSpPr>
      <p:pic>
        <p:nvPicPr>
          <p:cNvPr id="19" name="Picture 18" descr="Une image contenant nuage, peinture, ciel, bleu&#10;&#10;Le contenu généré par l’IA peut être incorrect.">
            <a:extLst>
              <a:ext uri="{FF2B5EF4-FFF2-40B4-BE49-F238E27FC236}">
                <a16:creationId xmlns:a16="http://schemas.microsoft.com/office/drawing/2014/main" id="{36CE7ACC-05CB-D97A-1E34-1946C3A1C2B5}"/>
              </a:ext>
            </a:extLst>
          </p:cNvPr>
          <p:cNvPicPr>
            <a:picLocks noChangeAspect="1"/>
          </p:cNvPicPr>
          <p:nvPr/>
        </p:nvPicPr>
        <p:blipFill>
          <a:blip r:embed="rId2">
            <a:duotone>
              <a:schemeClr val="bg2">
                <a:shade val="45000"/>
                <a:satMod val="135000"/>
              </a:schemeClr>
              <a:prstClr val="white"/>
            </a:duotone>
          </a:blip>
          <a:srcRect r="5666" b="-1"/>
          <a:stretch/>
        </p:blipFill>
        <p:spPr>
          <a:xfrm>
            <a:off x="20" y="10"/>
            <a:ext cx="9143980" cy="6857990"/>
          </a:xfrm>
          <a:prstGeom prst="rect">
            <a:avLst/>
          </a:prstGeom>
        </p:spPr>
      </p:pic>
      <p:sp>
        <p:nvSpPr>
          <p:cNvPr id="23" name="Rectangle 2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255BA7-95D2-BC2E-9A60-85ED5DEC1BA6}"/>
              </a:ext>
            </a:extLst>
          </p:cNvPr>
          <p:cNvSpPr>
            <a:spLocks noGrp="1"/>
          </p:cNvSpPr>
          <p:nvPr>
            <p:ph type="title"/>
          </p:nvPr>
        </p:nvSpPr>
        <p:spPr>
          <a:xfrm>
            <a:off x="628650" y="365125"/>
            <a:ext cx="7886700" cy="1325563"/>
          </a:xfrm>
        </p:spPr>
        <p:txBody>
          <a:bodyPr>
            <a:normAutofit/>
          </a:bodyPr>
          <a:lstStyle/>
          <a:p>
            <a:r>
              <a:rPr lang="ar-MA" b="1" dirty="0"/>
              <a:t>القيادة الفعالة في العصر الحديث</a:t>
            </a:r>
          </a:p>
        </p:txBody>
      </p:sp>
      <p:graphicFrame>
        <p:nvGraphicFramePr>
          <p:cNvPr id="5" name="Content Placeholder 2">
            <a:extLst>
              <a:ext uri="{FF2B5EF4-FFF2-40B4-BE49-F238E27FC236}">
                <a16:creationId xmlns:a16="http://schemas.microsoft.com/office/drawing/2014/main" id="{749DF51F-F97E-F778-B339-A6F9D6A45370}"/>
              </a:ext>
            </a:extLst>
          </p:cNvPr>
          <p:cNvGraphicFramePr>
            <a:graphicFrameLocks noGrp="1"/>
          </p:cNvGraphicFramePr>
          <p:nvPr>
            <p:ph idx="1"/>
            <p:extLst>
              <p:ext uri="{D42A27DB-BD31-4B8C-83A1-F6EECF244321}">
                <p14:modId xmlns:p14="http://schemas.microsoft.com/office/powerpoint/2010/main" val="241171351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06492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0F5498-4958-E4F5-0E99-4DDF9D9D3259}"/>
              </a:ext>
            </a:extLst>
          </p:cNvPr>
          <p:cNvPicPr>
            <a:picLocks noChangeAspect="1"/>
          </p:cNvPicPr>
          <p:nvPr/>
        </p:nvPicPr>
        <p:blipFill>
          <a:blip r:embed="rId2">
            <a:duotone>
              <a:schemeClr val="bg2">
                <a:shade val="45000"/>
                <a:satMod val="135000"/>
              </a:schemeClr>
              <a:prstClr val="white"/>
            </a:duotone>
          </a:blip>
          <a:srcRect r="2333"/>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ar-MA" b="1" dirty="0"/>
              <a:t>دروس بدر للنهوض الحضاري</a:t>
            </a:r>
            <a:endParaRPr b="1" dirty="0"/>
          </a:p>
        </p:txBody>
      </p:sp>
      <p:graphicFrame>
        <p:nvGraphicFramePr>
          <p:cNvPr id="5" name="Content Placeholder 2">
            <a:extLst>
              <a:ext uri="{FF2B5EF4-FFF2-40B4-BE49-F238E27FC236}">
                <a16:creationId xmlns:a16="http://schemas.microsoft.com/office/drawing/2014/main" id="{2D5248FF-4658-E2E4-8267-B473309051FC}"/>
              </a:ext>
            </a:extLst>
          </p:cNvPr>
          <p:cNvGraphicFramePr>
            <a:graphicFrameLocks noGrp="1"/>
          </p:cNvGraphicFramePr>
          <p:nvPr>
            <p:ph idx="1"/>
            <p:extLst>
              <p:ext uri="{D42A27DB-BD31-4B8C-83A1-F6EECF244321}">
                <p14:modId xmlns:p14="http://schemas.microsoft.com/office/powerpoint/2010/main" val="3626479631"/>
              </p:ext>
            </p:extLst>
          </p:nvPr>
        </p:nvGraphicFramePr>
        <p:xfrm>
          <a:off x="95251" y="1571626"/>
          <a:ext cx="8943974" cy="51720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09D263-D890-AC7D-4390-31BA0E69E2D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2474AC-2ADA-490A-F1EF-C3AECC124BA5}"/>
              </a:ext>
            </a:extLst>
          </p:cNvPr>
          <p:cNvSpPr>
            <a:spLocks noGrp="1"/>
          </p:cNvSpPr>
          <p:nvPr>
            <p:ph type="title"/>
          </p:nvPr>
        </p:nvSpPr>
        <p:spPr>
          <a:xfrm>
            <a:off x="403134" y="365125"/>
            <a:ext cx="4168866" cy="1325563"/>
          </a:xfrm>
        </p:spPr>
        <p:txBody>
          <a:bodyPr>
            <a:normAutofit/>
          </a:bodyPr>
          <a:lstStyle/>
          <a:p>
            <a:r>
              <a:rPr lang="ar-MA" b="1" dirty="0"/>
              <a:t>الخاتمة</a:t>
            </a:r>
            <a:endParaRPr b="1" dirty="0"/>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AC852177-3F58-9C44-C6D0-6AB639F8E52B}"/>
              </a:ext>
            </a:extLst>
          </p:cNvPr>
          <p:cNvSpPr>
            <a:spLocks noGrp="1"/>
          </p:cNvSpPr>
          <p:nvPr>
            <p:ph idx="1"/>
          </p:nvPr>
        </p:nvSpPr>
        <p:spPr>
          <a:xfrm>
            <a:off x="179362" y="1732186"/>
            <a:ext cx="4645116" cy="4351338"/>
          </a:xfrm>
        </p:spPr>
        <p:txBody>
          <a:bodyPr>
            <a:noAutofit/>
          </a:bodyPr>
          <a:lstStyle/>
          <a:p>
            <a:pPr marL="0" indent="0" algn="ctr">
              <a:lnSpc>
                <a:spcPct val="90000"/>
              </a:lnSpc>
              <a:buNone/>
            </a:pPr>
            <a:r>
              <a:rPr lang="ar-MA" sz="2800" b="1" dirty="0"/>
              <a:t>لقد كانت غزوة بدر مدرسة في العقيدة، والتخطيط، والتضحية، والقيادة. وهي تؤكد أن النصر لا يتحقق فقط بالقوة المادية، بل بالإيمان، والعمل الجاد، والعدل، وحسن القيادة. وإذا أراد المسلمون اليوم النهوض، فعليهم أن </a:t>
            </a:r>
            <a:r>
              <a:rPr lang="ar-MA" sz="2800" b="1" dirty="0" err="1"/>
              <a:t>يستلهموا</a:t>
            </a:r>
            <a:r>
              <a:rPr lang="ar-MA" sz="2800" b="1" dirty="0"/>
              <a:t> من بدر معاني التخطيط، والعمل، والإيمان، والتضحية، فهي ليست مجرد ذكرى تاريخية، بل نموذج عملي للنجاح في كل جوانب الحياة</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890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56</TotalTime>
  <Words>1214</Words>
  <Application>Microsoft Office PowerPoint</Application>
  <PresentationFormat>Affichage à l'écran (4:3)</PresentationFormat>
  <Paragraphs>161</Paragraphs>
  <Slides>16</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16</vt:i4>
      </vt:variant>
    </vt:vector>
  </HeadingPairs>
  <TitlesOfParts>
    <vt:vector size="19" baseType="lpstr">
      <vt:lpstr>Arial</vt:lpstr>
      <vt:lpstr>Calibri</vt:lpstr>
      <vt:lpstr>Office Theme</vt:lpstr>
      <vt:lpstr>مقدمة</vt:lpstr>
      <vt:lpstr> أهمية غزوة بدر</vt:lpstr>
      <vt:lpstr> التخطيط الاستراتيجي وأهمية الشورى</vt:lpstr>
      <vt:lpstr> تطبيقات مبدأ الشورى في حياتنا المعاصرة</vt:lpstr>
      <vt:lpstr>الإيمان والثقة بنصر الله</vt:lpstr>
      <vt:lpstr>تطبيقات الإيمان والثقة في حياتنا المعاصرة</vt:lpstr>
      <vt:lpstr>أهمية الإعداد المادي والمعنوي</vt:lpstr>
      <vt:lpstr> التوازن بين الأخذ بالأسباب والتوكل</vt:lpstr>
      <vt:lpstr>التضحية والإيثار في سبيل الله</vt:lpstr>
      <vt:lpstr>روح التضحية في حياتنا المعاصرة</vt:lpstr>
      <vt:lpstr>العدل والرحمة حتى مع الأعداء</vt:lpstr>
      <vt:lpstr>العدل والرحمة في المجتمع المعاصر</vt:lpstr>
      <vt:lpstr>دور القيادة في تحقيق النصر</vt:lpstr>
      <vt:lpstr>القيادة الفعالة في العصر الحديث</vt:lpstr>
      <vt:lpstr>دروس بدر للنهوض الحضاري</vt:lpstr>
      <vt:lpstr>الخاتمة</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Yasser Aguezzar</cp:lastModifiedBy>
  <cp:revision>2</cp:revision>
  <dcterms:created xsi:type="dcterms:W3CDTF">2013-01-27T09:14:16Z</dcterms:created>
  <dcterms:modified xsi:type="dcterms:W3CDTF">2025-03-15T06:18:31Z</dcterms:modified>
  <cp:category/>
</cp:coreProperties>
</file>